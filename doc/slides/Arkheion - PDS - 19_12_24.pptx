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5143500" cx="9144000"/>
  <p:notesSz cx="6858000" cy="9144000"/>
  <p:embeddedFontLst>
    <p:embeddedFont>
      <p:font typeface="Raleway"/>
      <p:regular r:id="rId23"/>
      <p:bold r:id="rId24"/>
      <p:italic r:id="rId25"/>
      <p:boldItalic r:id="rId26"/>
    </p:embeddedFont>
    <p:embeddedFont>
      <p:font typeface="Montserrat SemiBold"/>
      <p:regular r:id="rId27"/>
      <p:bold r:id="rId28"/>
      <p:italic r:id="rId29"/>
      <p:boldItalic r:id="rId30"/>
    </p:embeddedFont>
    <p:embeddedFont>
      <p:font typeface="Montserrat"/>
      <p:regular r:id="rId31"/>
      <p:bold r:id="rId32"/>
      <p:italic r:id="rId33"/>
      <p:boldItalic r:id="rId34"/>
    </p:embeddedFont>
    <p:embeddedFont>
      <p:font typeface="Montserrat Medium"/>
      <p:regular r:id="rId35"/>
      <p:bold r:id="rId36"/>
      <p:italic r:id="rId37"/>
      <p:boldItalic r:id="rId38"/>
    </p:embeddedFont>
    <p:embeddedFont>
      <p:font typeface="Archiv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Archivo-bold.fntdata"/><Relationship Id="rId20" Type="http://schemas.openxmlformats.org/officeDocument/2006/relationships/slide" Target="slides/slide16.xml"/><Relationship Id="rId42" Type="http://schemas.openxmlformats.org/officeDocument/2006/relationships/font" Target="fonts/Archivo-boldItalic.fntdata"/><Relationship Id="rId41" Type="http://schemas.openxmlformats.org/officeDocument/2006/relationships/font" Target="fonts/Archivo-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Raleway-bold.fntdata"/><Relationship Id="rId23" Type="http://schemas.openxmlformats.org/officeDocument/2006/relationships/font" Target="fonts/Raleway-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aleway-boldItalic.fntdata"/><Relationship Id="rId25" Type="http://schemas.openxmlformats.org/officeDocument/2006/relationships/font" Target="fonts/Raleway-italic.fntdata"/><Relationship Id="rId28" Type="http://schemas.openxmlformats.org/officeDocument/2006/relationships/font" Target="fonts/MontserratSemiBold-bold.fntdata"/><Relationship Id="rId27" Type="http://schemas.openxmlformats.org/officeDocument/2006/relationships/font" Target="fonts/MontserratSemiBold-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MontserratSemi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ontserrat-regular.fntdata"/><Relationship Id="rId30" Type="http://schemas.openxmlformats.org/officeDocument/2006/relationships/font" Target="fonts/MontserratSemiBold-boldItalic.fntdata"/><Relationship Id="rId11" Type="http://schemas.openxmlformats.org/officeDocument/2006/relationships/slide" Target="slides/slide7.xml"/><Relationship Id="rId33" Type="http://schemas.openxmlformats.org/officeDocument/2006/relationships/font" Target="fonts/Montserrat-italic.fntdata"/><Relationship Id="rId10" Type="http://schemas.openxmlformats.org/officeDocument/2006/relationships/slide" Target="slides/slide6.xml"/><Relationship Id="rId32" Type="http://schemas.openxmlformats.org/officeDocument/2006/relationships/font" Target="fonts/Montserrat-bold.fntdata"/><Relationship Id="rId13" Type="http://schemas.openxmlformats.org/officeDocument/2006/relationships/slide" Target="slides/slide9.xml"/><Relationship Id="rId35" Type="http://schemas.openxmlformats.org/officeDocument/2006/relationships/font" Target="fonts/MontserratMedium-regular.fntdata"/><Relationship Id="rId12" Type="http://schemas.openxmlformats.org/officeDocument/2006/relationships/slide" Target="slides/slide8.xml"/><Relationship Id="rId34" Type="http://schemas.openxmlformats.org/officeDocument/2006/relationships/font" Target="fonts/Montserrat-boldItalic.fntdata"/><Relationship Id="rId15" Type="http://schemas.openxmlformats.org/officeDocument/2006/relationships/slide" Target="slides/slide11.xml"/><Relationship Id="rId37" Type="http://schemas.openxmlformats.org/officeDocument/2006/relationships/font" Target="fonts/MontserratMedium-italic.fntdata"/><Relationship Id="rId14" Type="http://schemas.openxmlformats.org/officeDocument/2006/relationships/slide" Target="slides/slide10.xml"/><Relationship Id="rId36" Type="http://schemas.openxmlformats.org/officeDocument/2006/relationships/font" Target="fonts/MontserratMedium-bold.fntdata"/><Relationship Id="rId17" Type="http://schemas.openxmlformats.org/officeDocument/2006/relationships/slide" Target="slides/slide13.xml"/><Relationship Id="rId39" Type="http://schemas.openxmlformats.org/officeDocument/2006/relationships/font" Target="fonts/Archivo-regular.fntdata"/><Relationship Id="rId16" Type="http://schemas.openxmlformats.org/officeDocument/2006/relationships/slide" Target="slides/slide12.xml"/><Relationship Id="rId38" Type="http://schemas.openxmlformats.org/officeDocument/2006/relationships/font" Target="fonts/MontserratMedium-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cfe07c2e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cfe07c2e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072aef9e0f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072aef9e0f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cfe07c2e8f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cfe07c2e8f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072aef9e0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072aef9e0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cfe07c2e8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cfe07c2e8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0728038bcc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10728038bcc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20238a3c45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20238a3c45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072aef9e0f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072aef9e0f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20238a3c45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20238a3c45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20238a3c45_1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20238a3c45_1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20238a3c45_1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20238a3c45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20238a3c45_1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20238a3c45_1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20238a3c45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20238a3c45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20238a3c45_1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20238a3c45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20238a3c45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20238a3c45_1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20238a3c45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20238a3c45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0728038bcc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0728038bcc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1072aef9e0f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1072aef9e0f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1367725" y="868563"/>
            <a:ext cx="3892500" cy="2895900"/>
          </a:xfrm>
          <a:prstGeom prst="rect">
            <a:avLst/>
          </a:prstGeom>
          <a:noFill/>
        </p:spPr>
        <p:txBody>
          <a:bodyPr anchorCtr="0" anchor="ctr" bIns="91425" lIns="91425" spcFirstLastPara="1" rIns="91425" wrap="square" tIns="91425">
            <a:noAutofit/>
          </a:bodyPr>
          <a:lstStyle>
            <a:lvl1pPr lvl="0" algn="ctr">
              <a:spcBef>
                <a:spcPts val="0"/>
              </a:spcBef>
              <a:spcAft>
                <a:spcPts val="0"/>
              </a:spcAft>
              <a:buSzPts val="5200"/>
              <a:buNone/>
              <a:defRPr b="1" sz="5000">
                <a:solidFill>
                  <a:schemeClr val="lt1"/>
                </a:solidFill>
                <a:latin typeface="Montserrat"/>
                <a:ea typeface="Montserrat"/>
                <a:cs typeface="Montserrat"/>
                <a:sym typeface="Montserra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915725" y="4064963"/>
            <a:ext cx="3892500" cy="543600"/>
          </a:xfrm>
          <a:prstGeom prst="rect">
            <a:avLst/>
          </a:prstGeom>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a:solidFill>
                  <a:schemeClr val="lt1"/>
                </a:solidFill>
                <a:latin typeface="Raleway"/>
                <a:ea typeface="Raleway"/>
                <a:cs typeface="Raleway"/>
                <a:sym typeface="Raleway"/>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1"/>
        </a:solidFill>
      </p:bgPr>
    </p:bg>
    <p:spTree>
      <p:nvGrpSpPr>
        <p:cNvPr id="13" name="Shape 13"/>
        <p:cNvGrpSpPr/>
        <p:nvPr/>
      </p:nvGrpSpPr>
      <p:grpSpPr>
        <a:xfrm>
          <a:off x="0" y="0"/>
          <a:ext cx="0" cy="0"/>
          <a:chOff x="0" y="0"/>
          <a:chExt cx="0" cy="0"/>
        </a:xfrm>
      </p:grpSpPr>
      <p:sp>
        <p:nvSpPr>
          <p:cNvPr id="14" name="Google Shape;14;p3"/>
          <p:cNvSpPr/>
          <p:nvPr/>
        </p:nvSpPr>
        <p:spPr>
          <a:xfrm flipH="1">
            <a:off x="550500" y="0"/>
            <a:ext cx="8767800" cy="5143500"/>
          </a:xfrm>
          <a:prstGeom prst="parallelogram">
            <a:avLst>
              <a:gd fmla="val 25000" name="adj"/>
            </a:avLst>
          </a:prstGeom>
          <a:solidFill>
            <a:schemeClr val="accent1"/>
          </a:solidFill>
          <a:ln>
            <a:noFill/>
          </a:ln>
          <a:effectLst>
            <a:outerShdw blurRad="71438" rotWithShape="0" algn="bl" dir="9720000" dist="85725">
              <a:srgbClr val="000000">
                <a:alpha val="2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txBox="1"/>
          <p:nvPr>
            <p:ph type="title"/>
          </p:nvPr>
        </p:nvSpPr>
        <p:spPr>
          <a:xfrm>
            <a:off x="1526625" y="1641650"/>
            <a:ext cx="6904200" cy="841800"/>
          </a:xfrm>
          <a:prstGeom prst="rect">
            <a:avLst/>
          </a:prstGeom>
        </p:spPr>
        <p:txBody>
          <a:bodyPr anchorCtr="0" anchor="ctr" bIns="91425" lIns="91425" spcFirstLastPara="1" rIns="91425" wrap="square" tIns="91425">
            <a:noAutofit/>
          </a:bodyPr>
          <a:lstStyle>
            <a:lvl1pPr lvl="0" algn="r">
              <a:spcBef>
                <a:spcPts val="0"/>
              </a:spcBef>
              <a:spcAft>
                <a:spcPts val="0"/>
              </a:spcAft>
              <a:buSzPts val="3600"/>
              <a:buNone/>
              <a:defRPr b="1" sz="3500">
                <a:latin typeface="Montserrat"/>
                <a:ea typeface="Montserrat"/>
                <a:cs typeface="Montserrat"/>
                <a:sym typeface="Montserra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
        <p:nvSpPr>
          <p:cNvPr id="17" name="Google Shape;17;p3"/>
          <p:cNvSpPr txBox="1"/>
          <p:nvPr>
            <p:ph idx="1" type="subTitle"/>
          </p:nvPr>
        </p:nvSpPr>
        <p:spPr>
          <a:xfrm>
            <a:off x="4227450" y="2538500"/>
            <a:ext cx="4203300" cy="3843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100"/>
              <a:buNone/>
              <a:defRPr sz="1600">
                <a:solidFill>
                  <a:schemeClr val="lt1"/>
                </a:solidFill>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8" name="Google Shape;18;p3"/>
          <p:cNvSpPr txBox="1"/>
          <p:nvPr>
            <p:ph hasCustomPrompt="1" idx="2" type="title"/>
          </p:nvPr>
        </p:nvSpPr>
        <p:spPr>
          <a:xfrm>
            <a:off x="6671250" y="598475"/>
            <a:ext cx="1759500" cy="1108200"/>
          </a:xfrm>
          <a:prstGeom prst="rect">
            <a:avLst/>
          </a:prstGeom>
          <a:noFill/>
          <a:ln>
            <a:noFill/>
          </a:ln>
        </p:spPr>
        <p:txBody>
          <a:bodyPr anchorCtr="0" anchor="ctr" bIns="91425" lIns="91425" spcFirstLastPara="1" rIns="91425" wrap="square" tIns="91425">
            <a:noAutofit/>
          </a:bodyPr>
          <a:lstStyle>
            <a:lvl1pPr lvl="0" rtl="0" algn="r">
              <a:spcBef>
                <a:spcPts val="0"/>
              </a:spcBef>
              <a:spcAft>
                <a:spcPts val="0"/>
              </a:spcAft>
              <a:buSzPts val="12000"/>
              <a:buNone/>
              <a:defRPr b="1" sz="8000">
                <a:solidFill>
                  <a:schemeClr val="lt1"/>
                </a:solidFill>
                <a:latin typeface="Montserrat"/>
                <a:ea typeface="Montserrat"/>
                <a:cs typeface="Montserrat"/>
                <a:sym typeface="Montserrat"/>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1"/>
        </a:solidFill>
      </p:bgPr>
    </p:bg>
    <p:spTree>
      <p:nvGrpSpPr>
        <p:cNvPr id="19" name="Shape 19"/>
        <p:cNvGrpSpPr/>
        <p:nvPr/>
      </p:nvGrpSpPr>
      <p:grpSpPr>
        <a:xfrm>
          <a:off x="0" y="0"/>
          <a:ext cx="0" cy="0"/>
          <a:chOff x="0" y="0"/>
          <a:chExt cx="0" cy="0"/>
        </a:xfrm>
      </p:grpSpPr>
      <p:sp>
        <p:nvSpPr>
          <p:cNvPr id="20" name="Google Shape;20;p4"/>
          <p:cNvSpPr txBox="1"/>
          <p:nvPr>
            <p:ph type="title"/>
          </p:nvPr>
        </p:nvSpPr>
        <p:spPr>
          <a:xfrm>
            <a:off x="713225" y="539500"/>
            <a:ext cx="7717500" cy="5727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3000"/>
              <a:buNone/>
              <a:defRPr b="1">
                <a:solidFill>
                  <a:schemeClr val="lt1"/>
                </a:solidFill>
                <a:latin typeface="Montserrat"/>
                <a:ea typeface="Montserrat"/>
                <a:cs typeface="Montserrat"/>
                <a:sym typeface="Montserrat"/>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1" name="Google Shape;21;p4"/>
          <p:cNvSpPr txBox="1"/>
          <p:nvPr>
            <p:ph idx="1" type="body"/>
          </p:nvPr>
        </p:nvSpPr>
        <p:spPr>
          <a:xfrm>
            <a:off x="713225" y="1207950"/>
            <a:ext cx="7717500" cy="34005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Clr>
                <a:schemeClr val="lt1"/>
              </a:buClr>
              <a:buSzPts val="1200"/>
              <a:buFont typeface="Anaheim"/>
              <a:buAutoNum type="arabicPeriod"/>
              <a:defRPr sz="1100">
                <a:solidFill>
                  <a:schemeClr val="lt1"/>
                </a:solidFill>
              </a:defRPr>
            </a:lvl1pPr>
            <a:lvl2pPr indent="-304800" lvl="1" marL="914400">
              <a:spcBef>
                <a:spcPts val="0"/>
              </a:spcBef>
              <a:spcAft>
                <a:spcPts val="0"/>
              </a:spcAft>
              <a:buClr>
                <a:schemeClr val="lt1"/>
              </a:buClr>
              <a:buSzPts val="1200"/>
              <a:buFont typeface="Roboto Condensed Light"/>
              <a:buAutoNum type="alphaLcPeriod"/>
              <a:defRPr>
                <a:solidFill>
                  <a:schemeClr val="lt1"/>
                </a:solidFill>
              </a:defRPr>
            </a:lvl2pPr>
            <a:lvl3pPr indent="-304800" lvl="2" marL="1371600">
              <a:spcBef>
                <a:spcPts val="0"/>
              </a:spcBef>
              <a:spcAft>
                <a:spcPts val="0"/>
              </a:spcAft>
              <a:buClr>
                <a:schemeClr val="lt1"/>
              </a:buClr>
              <a:buSzPts val="1200"/>
              <a:buFont typeface="Roboto Condensed Light"/>
              <a:buAutoNum type="romanLcPeriod"/>
              <a:defRPr>
                <a:solidFill>
                  <a:schemeClr val="lt1"/>
                </a:solidFill>
              </a:defRPr>
            </a:lvl3pPr>
            <a:lvl4pPr indent="-304800" lvl="3" marL="1828800">
              <a:spcBef>
                <a:spcPts val="0"/>
              </a:spcBef>
              <a:spcAft>
                <a:spcPts val="0"/>
              </a:spcAft>
              <a:buClr>
                <a:schemeClr val="lt1"/>
              </a:buClr>
              <a:buSzPts val="1200"/>
              <a:buFont typeface="Roboto Condensed Light"/>
              <a:buAutoNum type="arabicPeriod"/>
              <a:defRPr>
                <a:solidFill>
                  <a:schemeClr val="lt1"/>
                </a:solidFill>
              </a:defRPr>
            </a:lvl4pPr>
            <a:lvl5pPr indent="-304800" lvl="4" marL="2286000">
              <a:spcBef>
                <a:spcPts val="0"/>
              </a:spcBef>
              <a:spcAft>
                <a:spcPts val="0"/>
              </a:spcAft>
              <a:buClr>
                <a:schemeClr val="lt1"/>
              </a:buClr>
              <a:buSzPts val="1200"/>
              <a:buFont typeface="Roboto Condensed Light"/>
              <a:buAutoNum type="alphaLcPeriod"/>
              <a:defRPr>
                <a:solidFill>
                  <a:schemeClr val="lt1"/>
                </a:solidFill>
              </a:defRPr>
            </a:lvl5pPr>
            <a:lvl6pPr indent="-304800" lvl="5" marL="2743200">
              <a:spcBef>
                <a:spcPts val="0"/>
              </a:spcBef>
              <a:spcAft>
                <a:spcPts val="0"/>
              </a:spcAft>
              <a:buClr>
                <a:schemeClr val="lt1"/>
              </a:buClr>
              <a:buSzPts val="1200"/>
              <a:buFont typeface="Roboto Condensed Light"/>
              <a:buAutoNum type="romanLcPeriod"/>
              <a:defRPr>
                <a:solidFill>
                  <a:schemeClr val="lt1"/>
                </a:solidFill>
              </a:defRPr>
            </a:lvl6pPr>
            <a:lvl7pPr indent="-304800" lvl="6" marL="3200400">
              <a:spcBef>
                <a:spcPts val="0"/>
              </a:spcBef>
              <a:spcAft>
                <a:spcPts val="0"/>
              </a:spcAft>
              <a:buClr>
                <a:schemeClr val="lt1"/>
              </a:buClr>
              <a:buSzPts val="1200"/>
              <a:buFont typeface="Roboto Condensed Light"/>
              <a:buAutoNum type="arabicPeriod"/>
              <a:defRPr>
                <a:solidFill>
                  <a:schemeClr val="lt1"/>
                </a:solidFill>
              </a:defRPr>
            </a:lvl7pPr>
            <a:lvl8pPr indent="-304800" lvl="7" marL="3657600">
              <a:spcBef>
                <a:spcPts val="0"/>
              </a:spcBef>
              <a:spcAft>
                <a:spcPts val="0"/>
              </a:spcAft>
              <a:buClr>
                <a:schemeClr val="lt1"/>
              </a:buClr>
              <a:buSzPts val="1200"/>
              <a:buFont typeface="Roboto Condensed Light"/>
              <a:buAutoNum type="alphaLcPeriod"/>
              <a:defRPr>
                <a:solidFill>
                  <a:schemeClr val="lt1"/>
                </a:solidFill>
              </a:defRPr>
            </a:lvl8pPr>
            <a:lvl9pPr indent="-304800" lvl="8" marL="4114800">
              <a:spcBef>
                <a:spcPts val="0"/>
              </a:spcBef>
              <a:spcAft>
                <a:spcPts val="0"/>
              </a:spcAft>
              <a:buClr>
                <a:schemeClr val="lt1"/>
              </a:buClr>
              <a:buSzPts val="1200"/>
              <a:buFont typeface="Roboto Condensed Light"/>
              <a:buAutoNum type="romanLcPeriod"/>
              <a:defRPr>
                <a:solidFill>
                  <a:schemeClr val="lt1"/>
                </a:solidFill>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grpSp>
        <p:nvGrpSpPr>
          <p:cNvPr id="23" name="Google Shape;23;p4"/>
          <p:cNvGrpSpPr/>
          <p:nvPr/>
        </p:nvGrpSpPr>
        <p:grpSpPr>
          <a:xfrm>
            <a:off x="397450" y="-362125"/>
            <a:ext cx="0" cy="5521200"/>
            <a:chOff x="397450" y="-362125"/>
            <a:chExt cx="0" cy="5521200"/>
          </a:xfrm>
        </p:grpSpPr>
        <p:cxnSp>
          <p:nvCxnSpPr>
            <p:cNvPr id="24" name="Google Shape;24;p4"/>
            <p:cNvCxnSpPr/>
            <p:nvPr/>
          </p:nvCxnSpPr>
          <p:spPr>
            <a:xfrm rot="10800000">
              <a:off x="397450" y="537575"/>
              <a:ext cx="0" cy="4621500"/>
            </a:xfrm>
            <a:prstGeom prst="straightConnector1">
              <a:avLst/>
            </a:prstGeom>
            <a:noFill/>
            <a:ln cap="flat" cmpd="sng" w="19050">
              <a:solidFill>
                <a:schemeClr val="accent1"/>
              </a:solidFill>
              <a:prstDash val="solid"/>
              <a:round/>
              <a:headEnd len="med" w="med" type="none"/>
              <a:tailEnd len="med" w="med" type="none"/>
            </a:ln>
          </p:spPr>
        </p:cxnSp>
        <p:cxnSp>
          <p:nvCxnSpPr>
            <p:cNvPr id="25" name="Google Shape;25;p4"/>
            <p:cNvCxnSpPr/>
            <p:nvPr/>
          </p:nvCxnSpPr>
          <p:spPr>
            <a:xfrm rot="10800000">
              <a:off x="397450" y="-362125"/>
              <a:ext cx="0" cy="899700"/>
            </a:xfrm>
            <a:prstGeom prst="straightConnector1">
              <a:avLst/>
            </a:prstGeom>
            <a:noFill/>
            <a:ln cap="flat" cmpd="sng" w="19050">
              <a:solidFill>
                <a:schemeClr val="accent1"/>
              </a:solidFill>
              <a:prstDash val="dot"/>
              <a:round/>
              <a:headEnd len="med" w="med" type="none"/>
              <a:tailEnd len="med" w="med" type="none"/>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5"/>
          <p:cNvSpPr txBox="1"/>
          <p:nvPr>
            <p:ph type="title"/>
          </p:nvPr>
        </p:nvSpPr>
        <p:spPr>
          <a:xfrm>
            <a:off x="713225" y="539500"/>
            <a:ext cx="7717500" cy="5727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b="1">
                <a:latin typeface="Montserrat"/>
                <a:ea typeface="Montserrat"/>
                <a:cs typeface="Montserrat"/>
                <a:sym typeface="Montserra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5"/>
          <p:cNvSpPr txBox="1"/>
          <p:nvPr>
            <p:ph idx="1" type="body"/>
          </p:nvPr>
        </p:nvSpPr>
        <p:spPr>
          <a:xfrm>
            <a:off x="1139750" y="1574600"/>
            <a:ext cx="3171900" cy="6390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5259000" y="1574600"/>
            <a:ext cx="3171900" cy="639000"/>
          </a:xfrm>
          <a:prstGeom prst="rect">
            <a:avLst/>
          </a:prstGeom>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
        <p:nvSpPr>
          <p:cNvPr id="31" name="Google Shape;31;p5"/>
          <p:cNvSpPr txBox="1"/>
          <p:nvPr>
            <p:ph idx="3" type="subTitle"/>
          </p:nvPr>
        </p:nvSpPr>
        <p:spPr>
          <a:xfrm>
            <a:off x="4832400" y="1253950"/>
            <a:ext cx="35985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latin typeface="Montserrat SemiBold"/>
                <a:ea typeface="Montserrat SemiBold"/>
                <a:cs typeface="Montserrat SemiBold"/>
                <a:sym typeface="Montserrat SemiBold"/>
              </a:defRPr>
            </a:lvl1pPr>
            <a:lvl2pPr lvl="1" rtl="0">
              <a:lnSpc>
                <a:spcPct val="100000"/>
              </a:lnSpc>
              <a:spcBef>
                <a:spcPts val="0"/>
              </a:spcBef>
              <a:spcAft>
                <a:spcPts val="0"/>
              </a:spcAft>
              <a:buNone/>
              <a:defRPr>
                <a:latin typeface="Montserrat SemiBold"/>
                <a:ea typeface="Montserrat SemiBold"/>
                <a:cs typeface="Montserrat SemiBold"/>
                <a:sym typeface="Montserrat SemiBold"/>
              </a:defRPr>
            </a:lvl2pPr>
            <a:lvl3pPr lvl="2" rtl="0">
              <a:lnSpc>
                <a:spcPct val="100000"/>
              </a:lnSpc>
              <a:spcBef>
                <a:spcPts val="0"/>
              </a:spcBef>
              <a:spcAft>
                <a:spcPts val="0"/>
              </a:spcAft>
              <a:buNone/>
              <a:defRPr>
                <a:latin typeface="Montserrat SemiBold"/>
                <a:ea typeface="Montserrat SemiBold"/>
                <a:cs typeface="Montserrat SemiBold"/>
                <a:sym typeface="Montserrat SemiBold"/>
              </a:defRPr>
            </a:lvl3pPr>
            <a:lvl4pPr lvl="3" rtl="0">
              <a:lnSpc>
                <a:spcPct val="100000"/>
              </a:lnSpc>
              <a:spcBef>
                <a:spcPts val="0"/>
              </a:spcBef>
              <a:spcAft>
                <a:spcPts val="0"/>
              </a:spcAft>
              <a:buNone/>
              <a:defRPr>
                <a:latin typeface="Montserrat SemiBold"/>
                <a:ea typeface="Montserrat SemiBold"/>
                <a:cs typeface="Montserrat SemiBold"/>
                <a:sym typeface="Montserrat SemiBold"/>
              </a:defRPr>
            </a:lvl4pPr>
            <a:lvl5pPr lvl="4" rtl="0">
              <a:lnSpc>
                <a:spcPct val="100000"/>
              </a:lnSpc>
              <a:spcBef>
                <a:spcPts val="0"/>
              </a:spcBef>
              <a:spcAft>
                <a:spcPts val="0"/>
              </a:spcAft>
              <a:buNone/>
              <a:defRPr>
                <a:latin typeface="Montserrat SemiBold"/>
                <a:ea typeface="Montserrat SemiBold"/>
                <a:cs typeface="Montserrat SemiBold"/>
                <a:sym typeface="Montserrat SemiBold"/>
              </a:defRPr>
            </a:lvl5pPr>
            <a:lvl6pPr lvl="5" rtl="0">
              <a:lnSpc>
                <a:spcPct val="100000"/>
              </a:lnSpc>
              <a:spcBef>
                <a:spcPts val="0"/>
              </a:spcBef>
              <a:spcAft>
                <a:spcPts val="0"/>
              </a:spcAft>
              <a:buNone/>
              <a:defRPr>
                <a:latin typeface="Montserrat SemiBold"/>
                <a:ea typeface="Montserrat SemiBold"/>
                <a:cs typeface="Montserrat SemiBold"/>
                <a:sym typeface="Montserrat SemiBold"/>
              </a:defRPr>
            </a:lvl6pPr>
            <a:lvl7pPr lvl="6" rtl="0">
              <a:lnSpc>
                <a:spcPct val="100000"/>
              </a:lnSpc>
              <a:spcBef>
                <a:spcPts val="0"/>
              </a:spcBef>
              <a:spcAft>
                <a:spcPts val="0"/>
              </a:spcAft>
              <a:buNone/>
              <a:defRPr>
                <a:latin typeface="Montserrat SemiBold"/>
                <a:ea typeface="Montserrat SemiBold"/>
                <a:cs typeface="Montserrat SemiBold"/>
                <a:sym typeface="Montserrat SemiBold"/>
              </a:defRPr>
            </a:lvl7pPr>
            <a:lvl8pPr lvl="7" rtl="0">
              <a:lnSpc>
                <a:spcPct val="100000"/>
              </a:lnSpc>
              <a:spcBef>
                <a:spcPts val="0"/>
              </a:spcBef>
              <a:spcAft>
                <a:spcPts val="0"/>
              </a:spcAft>
              <a:buNone/>
              <a:defRPr>
                <a:latin typeface="Montserrat SemiBold"/>
                <a:ea typeface="Montserrat SemiBold"/>
                <a:cs typeface="Montserrat SemiBold"/>
                <a:sym typeface="Montserrat SemiBold"/>
              </a:defRPr>
            </a:lvl8pPr>
            <a:lvl9pPr lvl="8" rtl="0">
              <a:lnSpc>
                <a:spcPct val="100000"/>
              </a:lnSpc>
              <a:spcBef>
                <a:spcPts val="0"/>
              </a:spcBef>
              <a:spcAft>
                <a:spcPts val="0"/>
              </a:spcAft>
              <a:buNone/>
              <a:defRPr>
                <a:latin typeface="Montserrat SemiBold"/>
                <a:ea typeface="Montserrat SemiBold"/>
                <a:cs typeface="Montserrat SemiBold"/>
                <a:sym typeface="Montserrat SemiBold"/>
              </a:defRPr>
            </a:lvl9pPr>
          </a:lstStyle>
          <a:p/>
        </p:txBody>
      </p:sp>
      <p:sp>
        <p:nvSpPr>
          <p:cNvPr id="32" name="Google Shape;32;p5"/>
          <p:cNvSpPr txBox="1"/>
          <p:nvPr>
            <p:ph idx="4" type="subTitle"/>
          </p:nvPr>
        </p:nvSpPr>
        <p:spPr>
          <a:xfrm>
            <a:off x="713175" y="1253950"/>
            <a:ext cx="35985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latin typeface="Montserrat SemiBold"/>
                <a:ea typeface="Montserrat SemiBold"/>
                <a:cs typeface="Montserrat SemiBold"/>
                <a:sym typeface="Montserrat SemiBold"/>
              </a:defRPr>
            </a:lvl1pPr>
            <a:lvl2pPr lvl="1" rtl="0">
              <a:lnSpc>
                <a:spcPct val="100000"/>
              </a:lnSpc>
              <a:spcBef>
                <a:spcPts val="0"/>
              </a:spcBef>
              <a:spcAft>
                <a:spcPts val="0"/>
              </a:spcAft>
              <a:buNone/>
              <a:defRPr>
                <a:latin typeface="Montserrat SemiBold"/>
                <a:ea typeface="Montserrat SemiBold"/>
                <a:cs typeface="Montserrat SemiBold"/>
                <a:sym typeface="Montserrat SemiBold"/>
              </a:defRPr>
            </a:lvl2pPr>
            <a:lvl3pPr lvl="2" rtl="0">
              <a:lnSpc>
                <a:spcPct val="100000"/>
              </a:lnSpc>
              <a:spcBef>
                <a:spcPts val="0"/>
              </a:spcBef>
              <a:spcAft>
                <a:spcPts val="0"/>
              </a:spcAft>
              <a:buNone/>
              <a:defRPr>
                <a:latin typeface="Montserrat SemiBold"/>
                <a:ea typeface="Montserrat SemiBold"/>
                <a:cs typeface="Montserrat SemiBold"/>
                <a:sym typeface="Montserrat SemiBold"/>
              </a:defRPr>
            </a:lvl3pPr>
            <a:lvl4pPr lvl="3" rtl="0">
              <a:lnSpc>
                <a:spcPct val="100000"/>
              </a:lnSpc>
              <a:spcBef>
                <a:spcPts val="0"/>
              </a:spcBef>
              <a:spcAft>
                <a:spcPts val="0"/>
              </a:spcAft>
              <a:buNone/>
              <a:defRPr>
                <a:latin typeface="Montserrat SemiBold"/>
                <a:ea typeface="Montserrat SemiBold"/>
                <a:cs typeface="Montserrat SemiBold"/>
                <a:sym typeface="Montserrat SemiBold"/>
              </a:defRPr>
            </a:lvl4pPr>
            <a:lvl5pPr lvl="4" rtl="0">
              <a:lnSpc>
                <a:spcPct val="100000"/>
              </a:lnSpc>
              <a:spcBef>
                <a:spcPts val="0"/>
              </a:spcBef>
              <a:spcAft>
                <a:spcPts val="0"/>
              </a:spcAft>
              <a:buNone/>
              <a:defRPr>
                <a:latin typeface="Montserrat SemiBold"/>
                <a:ea typeface="Montserrat SemiBold"/>
                <a:cs typeface="Montserrat SemiBold"/>
                <a:sym typeface="Montserrat SemiBold"/>
              </a:defRPr>
            </a:lvl5pPr>
            <a:lvl6pPr lvl="5" rtl="0">
              <a:lnSpc>
                <a:spcPct val="100000"/>
              </a:lnSpc>
              <a:spcBef>
                <a:spcPts val="0"/>
              </a:spcBef>
              <a:spcAft>
                <a:spcPts val="0"/>
              </a:spcAft>
              <a:buNone/>
              <a:defRPr>
                <a:latin typeface="Montserrat SemiBold"/>
                <a:ea typeface="Montserrat SemiBold"/>
                <a:cs typeface="Montserrat SemiBold"/>
                <a:sym typeface="Montserrat SemiBold"/>
              </a:defRPr>
            </a:lvl6pPr>
            <a:lvl7pPr lvl="6" rtl="0">
              <a:lnSpc>
                <a:spcPct val="100000"/>
              </a:lnSpc>
              <a:spcBef>
                <a:spcPts val="0"/>
              </a:spcBef>
              <a:spcAft>
                <a:spcPts val="0"/>
              </a:spcAft>
              <a:buNone/>
              <a:defRPr>
                <a:latin typeface="Montserrat SemiBold"/>
                <a:ea typeface="Montserrat SemiBold"/>
                <a:cs typeface="Montserrat SemiBold"/>
                <a:sym typeface="Montserrat SemiBold"/>
              </a:defRPr>
            </a:lvl7pPr>
            <a:lvl8pPr lvl="7" rtl="0">
              <a:lnSpc>
                <a:spcPct val="100000"/>
              </a:lnSpc>
              <a:spcBef>
                <a:spcPts val="0"/>
              </a:spcBef>
              <a:spcAft>
                <a:spcPts val="0"/>
              </a:spcAft>
              <a:buNone/>
              <a:defRPr>
                <a:latin typeface="Montserrat SemiBold"/>
                <a:ea typeface="Montserrat SemiBold"/>
                <a:cs typeface="Montserrat SemiBold"/>
                <a:sym typeface="Montserrat SemiBold"/>
              </a:defRPr>
            </a:lvl8pPr>
            <a:lvl9pPr lvl="8" rtl="0">
              <a:lnSpc>
                <a:spcPct val="100000"/>
              </a:lnSpc>
              <a:spcBef>
                <a:spcPts val="0"/>
              </a:spcBef>
              <a:spcAft>
                <a:spcPts val="0"/>
              </a:spcAft>
              <a:buNone/>
              <a:defRPr>
                <a:latin typeface="Montserrat SemiBold"/>
                <a:ea typeface="Montserrat SemiBold"/>
                <a:cs typeface="Montserrat SemiBold"/>
                <a:sym typeface="Montserrat SemiBold"/>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1"/>
        </a:solidFill>
      </p:bgPr>
    </p:bg>
    <p:spTree>
      <p:nvGrpSpPr>
        <p:cNvPr id="33" name="Shape 33"/>
        <p:cNvGrpSpPr/>
        <p:nvPr/>
      </p:nvGrpSpPr>
      <p:grpSpPr>
        <a:xfrm>
          <a:off x="0" y="0"/>
          <a:ext cx="0" cy="0"/>
          <a:chOff x="0" y="0"/>
          <a:chExt cx="0" cy="0"/>
        </a:xfrm>
      </p:grpSpPr>
      <p:sp>
        <p:nvSpPr>
          <p:cNvPr id="34" name="Google Shape;34;p6"/>
          <p:cNvSpPr txBox="1"/>
          <p:nvPr>
            <p:ph type="title"/>
          </p:nvPr>
        </p:nvSpPr>
        <p:spPr>
          <a:xfrm>
            <a:off x="713225" y="539500"/>
            <a:ext cx="7717500" cy="5727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000"/>
              <a:buNone/>
              <a:defRPr>
                <a:solidFill>
                  <a:schemeClr val="lt1"/>
                </a:solidFill>
                <a:latin typeface="Montserrat SemiBold"/>
                <a:ea typeface="Montserrat SemiBold"/>
                <a:cs typeface="Montserrat SemiBold"/>
                <a:sym typeface="Montserrat SemiBold"/>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grpSp>
        <p:nvGrpSpPr>
          <p:cNvPr id="36" name="Google Shape;36;p6"/>
          <p:cNvGrpSpPr/>
          <p:nvPr/>
        </p:nvGrpSpPr>
        <p:grpSpPr>
          <a:xfrm flipH="1">
            <a:off x="-301750" y="4901250"/>
            <a:ext cx="6396725" cy="0"/>
            <a:chOff x="-52825" y="3943350"/>
            <a:chExt cx="6396725" cy="0"/>
          </a:xfrm>
        </p:grpSpPr>
        <p:cxnSp>
          <p:nvCxnSpPr>
            <p:cNvPr id="37" name="Google Shape;37;p6"/>
            <p:cNvCxnSpPr/>
            <p:nvPr/>
          </p:nvCxnSpPr>
          <p:spPr>
            <a:xfrm>
              <a:off x="1940500" y="3943350"/>
              <a:ext cx="4403400" cy="0"/>
            </a:xfrm>
            <a:prstGeom prst="straightConnector1">
              <a:avLst/>
            </a:prstGeom>
            <a:noFill/>
            <a:ln cap="flat" cmpd="sng" w="19050">
              <a:solidFill>
                <a:schemeClr val="dk2"/>
              </a:solidFill>
              <a:prstDash val="solid"/>
              <a:round/>
              <a:headEnd len="med" w="med" type="none"/>
              <a:tailEnd len="med" w="med" type="none"/>
            </a:ln>
          </p:spPr>
        </p:cxnSp>
        <p:cxnSp>
          <p:nvCxnSpPr>
            <p:cNvPr id="38" name="Google Shape;38;p6"/>
            <p:cNvCxnSpPr/>
            <p:nvPr/>
          </p:nvCxnSpPr>
          <p:spPr>
            <a:xfrm>
              <a:off x="-52825" y="3943350"/>
              <a:ext cx="1968600" cy="0"/>
            </a:xfrm>
            <a:prstGeom prst="straightConnector1">
              <a:avLst/>
            </a:prstGeom>
            <a:noFill/>
            <a:ln cap="flat" cmpd="sng" w="19050">
              <a:solidFill>
                <a:schemeClr val="dk2"/>
              </a:solidFill>
              <a:prstDash val="dot"/>
              <a:round/>
              <a:headEnd len="med" w="med" type="none"/>
              <a:tailEnd len="med" w="med" type="none"/>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7"/>
          <p:cNvSpPr txBox="1"/>
          <p:nvPr>
            <p:ph type="title"/>
          </p:nvPr>
        </p:nvSpPr>
        <p:spPr>
          <a:xfrm>
            <a:off x="713225" y="539500"/>
            <a:ext cx="7717500" cy="572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b="1">
                <a:latin typeface="Montserrat"/>
                <a:ea typeface="Montserrat"/>
                <a:cs typeface="Montserrat"/>
                <a:sym typeface="Montserrat"/>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713225" y="1496700"/>
            <a:ext cx="4453500" cy="2984700"/>
          </a:xfrm>
          <a:prstGeom prst="rect">
            <a:avLst/>
          </a:prstGeom>
        </p:spPr>
        <p:txBody>
          <a:bodyPr anchorCtr="0" anchor="ctr" bIns="91425" lIns="91425" spcFirstLastPara="1" rIns="91425" wrap="square" tIns="91425">
            <a:noAutofit/>
          </a:bodyPr>
          <a:lstStyle>
            <a:lvl1pPr indent="-292100" lvl="0" marL="457200">
              <a:spcBef>
                <a:spcPts val="0"/>
              </a:spcBef>
              <a:spcAft>
                <a:spcPts val="0"/>
              </a:spcAft>
              <a:buClr>
                <a:schemeClr val="accent1"/>
              </a:buClr>
              <a:buSzPts val="1000"/>
              <a:buFont typeface="Anaheim"/>
              <a:buChar char="●"/>
              <a:defRPr sz="1400"/>
            </a:lvl1pPr>
            <a:lvl2pPr indent="-317500" lvl="1" marL="914400">
              <a:spcBef>
                <a:spcPts val="0"/>
              </a:spcBef>
              <a:spcAft>
                <a:spcPts val="0"/>
              </a:spcAft>
              <a:buClr>
                <a:srgbClr val="595959"/>
              </a:buClr>
              <a:buSzPts val="1400"/>
              <a:buFont typeface="Anaheim"/>
              <a:buChar char="○"/>
              <a:defRPr sz="1200"/>
            </a:lvl2pPr>
            <a:lvl3pPr indent="-317500" lvl="2" marL="1371600">
              <a:spcBef>
                <a:spcPts val="0"/>
              </a:spcBef>
              <a:spcAft>
                <a:spcPts val="0"/>
              </a:spcAft>
              <a:buClr>
                <a:srgbClr val="595959"/>
              </a:buClr>
              <a:buSzPts val="1400"/>
              <a:buFont typeface="Anaheim"/>
              <a:buChar char="■"/>
              <a:defRPr sz="1200"/>
            </a:lvl3pPr>
            <a:lvl4pPr indent="-317500" lvl="3" marL="1828800">
              <a:spcBef>
                <a:spcPts val="0"/>
              </a:spcBef>
              <a:spcAft>
                <a:spcPts val="0"/>
              </a:spcAft>
              <a:buClr>
                <a:srgbClr val="595959"/>
              </a:buClr>
              <a:buSzPts val="1400"/>
              <a:buFont typeface="Anaheim"/>
              <a:buChar char="●"/>
              <a:defRPr sz="1200"/>
            </a:lvl4pPr>
            <a:lvl5pPr indent="-317500" lvl="4" marL="2286000">
              <a:spcBef>
                <a:spcPts val="0"/>
              </a:spcBef>
              <a:spcAft>
                <a:spcPts val="0"/>
              </a:spcAft>
              <a:buClr>
                <a:srgbClr val="595959"/>
              </a:buClr>
              <a:buSzPts val="1400"/>
              <a:buFont typeface="Anaheim"/>
              <a:buChar char="○"/>
              <a:defRPr sz="1200"/>
            </a:lvl5pPr>
            <a:lvl6pPr indent="-317500" lvl="5" marL="2743200">
              <a:spcBef>
                <a:spcPts val="0"/>
              </a:spcBef>
              <a:spcAft>
                <a:spcPts val="0"/>
              </a:spcAft>
              <a:buClr>
                <a:srgbClr val="595959"/>
              </a:buClr>
              <a:buSzPts val="1400"/>
              <a:buFont typeface="Anaheim"/>
              <a:buChar char="■"/>
              <a:defRPr sz="1200"/>
            </a:lvl6pPr>
            <a:lvl7pPr indent="-317500" lvl="6" marL="3200400">
              <a:spcBef>
                <a:spcPts val="0"/>
              </a:spcBef>
              <a:spcAft>
                <a:spcPts val="0"/>
              </a:spcAft>
              <a:buClr>
                <a:srgbClr val="595959"/>
              </a:buClr>
              <a:buSzPts val="1400"/>
              <a:buFont typeface="Anaheim"/>
              <a:buChar char="●"/>
              <a:defRPr sz="1200"/>
            </a:lvl7pPr>
            <a:lvl8pPr indent="-317500" lvl="7" marL="3657600">
              <a:spcBef>
                <a:spcPts val="0"/>
              </a:spcBef>
              <a:spcAft>
                <a:spcPts val="0"/>
              </a:spcAft>
              <a:buClr>
                <a:srgbClr val="595959"/>
              </a:buClr>
              <a:buSzPts val="1400"/>
              <a:buFont typeface="Anaheim"/>
              <a:buChar char="○"/>
              <a:defRPr sz="1200"/>
            </a:lvl8pPr>
            <a:lvl9pPr indent="-317500" lvl="8" marL="4114800">
              <a:spcBef>
                <a:spcPts val="0"/>
              </a:spcBef>
              <a:spcAft>
                <a:spcPts val="0"/>
              </a:spcAft>
              <a:buClr>
                <a:srgbClr val="595959"/>
              </a:buClr>
              <a:buSzPts val="1400"/>
              <a:buFont typeface="Anaheim"/>
              <a:buChar char="■"/>
              <a:defRPr sz="1200"/>
            </a:lvl9pPr>
          </a:lstStyle>
          <a:p/>
        </p:txBody>
      </p:sp>
      <p:sp>
        <p:nvSpPr>
          <p:cNvPr id="42" name="Google Shape;4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43" name="Shape 43"/>
        <p:cNvGrpSpPr/>
        <p:nvPr/>
      </p:nvGrpSpPr>
      <p:grpSpPr>
        <a:xfrm>
          <a:off x="0" y="0"/>
          <a:ext cx="0" cy="0"/>
          <a:chOff x="0" y="0"/>
          <a:chExt cx="0" cy="0"/>
        </a:xfrm>
      </p:grpSpPr>
      <p:sp>
        <p:nvSpPr>
          <p:cNvPr id="44" name="Google Shape;44;p8"/>
          <p:cNvSpPr/>
          <p:nvPr/>
        </p:nvSpPr>
        <p:spPr>
          <a:xfrm>
            <a:off x="-30800" y="-22025"/>
            <a:ext cx="7630800" cy="52179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8"/>
          <p:cNvSpPr/>
          <p:nvPr/>
        </p:nvSpPr>
        <p:spPr>
          <a:xfrm>
            <a:off x="405125" y="0"/>
            <a:ext cx="8509200" cy="5143500"/>
          </a:xfrm>
          <a:prstGeom prst="parallelogram">
            <a:avLst>
              <a:gd fmla="val 25000" name="adj"/>
            </a:avLst>
          </a:prstGeom>
          <a:solidFill>
            <a:srgbClr val="990000"/>
          </a:solidFill>
          <a:ln>
            <a:noFill/>
          </a:ln>
          <a:effectLst>
            <a:outerShdw blurRad="85725" rotWithShape="0" algn="bl" dir="3780000" dist="57150">
              <a:srgbClr val="000000">
                <a:alpha val="58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8"/>
          <p:cNvSpPr txBox="1"/>
          <p:nvPr>
            <p:ph type="title"/>
          </p:nvPr>
        </p:nvSpPr>
        <p:spPr>
          <a:xfrm>
            <a:off x="1388100" y="541525"/>
            <a:ext cx="6367800" cy="40908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b="1" sz="9000">
                <a:solidFill>
                  <a:schemeClr val="lt1"/>
                </a:solidFill>
                <a:latin typeface="Montserrat"/>
                <a:ea typeface="Montserrat"/>
                <a:cs typeface="Montserrat"/>
                <a:sym typeface="Montserrat"/>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cxnSp>
        <p:nvCxnSpPr>
          <p:cNvPr id="47" name="Google Shape;47;p8"/>
          <p:cNvCxnSpPr/>
          <p:nvPr/>
        </p:nvCxnSpPr>
        <p:spPr>
          <a:xfrm rot="10800000">
            <a:off x="7889325" y="4278600"/>
            <a:ext cx="1197300" cy="0"/>
          </a:xfrm>
          <a:prstGeom prst="straightConnector1">
            <a:avLst/>
          </a:prstGeom>
          <a:noFill/>
          <a:ln cap="flat" cmpd="sng" w="19050">
            <a:solidFill>
              <a:schemeClr val="dk2"/>
            </a:solidFill>
            <a:prstDash val="dot"/>
            <a:round/>
            <a:headEnd len="med" w="med" type="none"/>
            <a:tailEnd len="med" w="med" type="none"/>
          </a:ln>
        </p:spPr>
      </p:cxnSp>
      <p:cxnSp>
        <p:nvCxnSpPr>
          <p:cNvPr id="48" name="Google Shape;48;p8"/>
          <p:cNvCxnSpPr/>
          <p:nvPr/>
        </p:nvCxnSpPr>
        <p:spPr>
          <a:xfrm rot="10800000">
            <a:off x="624150" y="4278600"/>
            <a:ext cx="7230900" cy="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9" name="Shape 49"/>
        <p:cNvGrpSpPr/>
        <p:nvPr/>
      </p:nvGrpSpPr>
      <p:grpSpPr>
        <a:xfrm>
          <a:off x="0" y="0"/>
          <a:ext cx="0" cy="0"/>
          <a:chOff x="0" y="0"/>
          <a:chExt cx="0" cy="0"/>
        </a:xfrm>
      </p:grpSpPr>
      <p:sp>
        <p:nvSpPr>
          <p:cNvPr id="50" name="Google Shape;50;p9"/>
          <p:cNvSpPr/>
          <p:nvPr/>
        </p:nvSpPr>
        <p:spPr>
          <a:xfrm>
            <a:off x="-57675" y="0"/>
            <a:ext cx="4030800" cy="3929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9"/>
          <p:cNvSpPr txBox="1"/>
          <p:nvPr>
            <p:ph type="title"/>
          </p:nvPr>
        </p:nvSpPr>
        <p:spPr>
          <a:xfrm>
            <a:off x="713225" y="680000"/>
            <a:ext cx="2856000" cy="1172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b="1">
                <a:solidFill>
                  <a:schemeClr val="lt1"/>
                </a:solidFill>
                <a:latin typeface="Montserrat"/>
                <a:ea typeface="Montserrat"/>
                <a:cs typeface="Montserrat"/>
                <a:sym typeface="Montserrat"/>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2" name="Google Shape;52;p9"/>
          <p:cNvSpPr txBox="1"/>
          <p:nvPr>
            <p:ph idx="1" type="subTitle"/>
          </p:nvPr>
        </p:nvSpPr>
        <p:spPr>
          <a:xfrm>
            <a:off x="713225" y="1852100"/>
            <a:ext cx="2856000" cy="1575000"/>
          </a:xfrm>
          <a:prstGeom prst="rect">
            <a:avLst/>
          </a:prstGeom>
        </p:spPr>
        <p:txBody>
          <a:bodyPr anchorCtr="0" anchor="ctr" bIns="91425" lIns="91425" spcFirstLastPara="1" rIns="91425" wrap="square" tIns="91425">
            <a:noAutofit/>
          </a:bodyPr>
          <a:lstStyle>
            <a:lvl1pPr lvl="0">
              <a:lnSpc>
                <a:spcPct val="100000"/>
              </a:lnSpc>
              <a:spcBef>
                <a:spcPts val="0"/>
              </a:spcBef>
              <a:spcAft>
                <a:spcPts val="0"/>
              </a:spcAft>
              <a:buSzPts val="2100"/>
              <a:buNone/>
              <a:defRPr sz="1400">
                <a:solidFill>
                  <a:schemeClr val="lt1"/>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grpSp>
        <p:nvGrpSpPr>
          <p:cNvPr id="54" name="Google Shape;54;p9"/>
          <p:cNvGrpSpPr/>
          <p:nvPr/>
        </p:nvGrpSpPr>
        <p:grpSpPr>
          <a:xfrm flipH="1">
            <a:off x="-433825" y="4324350"/>
            <a:ext cx="6396725" cy="0"/>
            <a:chOff x="-52825" y="3943350"/>
            <a:chExt cx="6396725" cy="0"/>
          </a:xfrm>
        </p:grpSpPr>
        <p:cxnSp>
          <p:nvCxnSpPr>
            <p:cNvPr id="55" name="Google Shape;55;p9"/>
            <p:cNvCxnSpPr/>
            <p:nvPr/>
          </p:nvCxnSpPr>
          <p:spPr>
            <a:xfrm>
              <a:off x="1940500" y="3943350"/>
              <a:ext cx="4403400" cy="0"/>
            </a:xfrm>
            <a:prstGeom prst="straightConnector1">
              <a:avLst/>
            </a:prstGeom>
            <a:noFill/>
            <a:ln cap="flat" cmpd="sng" w="19050">
              <a:solidFill>
                <a:schemeClr val="dk2"/>
              </a:solidFill>
              <a:prstDash val="solid"/>
              <a:round/>
              <a:headEnd len="med" w="med" type="none"/>
              <a:tailEnd len="med" w="med" type="none"/>
            </a:ln>
          </p:spPr>
        </p:cxnSp>
        <p:cxnSp>
          <p:nvCxnSpPr>
            <p:cNvPr id="56" name="Google Shape;56;p9"/>
            <p:cNvCxnSpPr/>
            <p:nvPr/>
          </p:nvCxnSpPr>
          <p:spPr>
            <a:xfrm>
              <a:off x="-52825" y="3943350"/>
              <a:ext cx="1968600" cy="0"/>
            </a:xfrm>
            <a:prstGeom prst="straightConnector1">
              <a:avLst/>
            </a:prstGeom>
            <a:noFill/>
            <a:ln cap="flat" cmpd="sng" w="19050">
              <a:solidFill>
                <a:schemeClr val="dk2"/>
              </a:solidFill>
              <a:prstDash val="dot"/>
              <a:round/>
              <a:headEnd len="med" w="med" type="none"/>
              <a:tailEnd len="med" w="med" type="none"/>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713225" y="539500"/>
            <a:ext cx="3498600" cy="1069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b="1" sz="2500">
                <a:latin typeface="Montserrat"/>
                <a:ea typeface="Montserrat"/>
                <a:cs typeface="Montserrat"/>
                <a:sym typeface="Montserrat"/>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0" name="Shape 60"/>
        <p:cNvGrpSpPr/>
        <p:nvPr/>
      </p:nvGrpSpPr>
      <p:grpSpPr>
        <a:xfrm>
          <a:off x="0" y="0"/>
          <a:ext cx="0" cy="0"/>
          <a:chOff x="0" y="0"/>
          <a:chExt cx="0" cy="0"/>
        </a:xfrm>
      </p:grpSpPr>
      <p:sp>
        <p:nvSpPr>
          <p:cNvPr id="61" name="Google Shape;61;p11"/>
          <p:cNvSpPr/>
          <p:nvPr/>
        </p:nvSpPr>
        <p:spPr>
          <a:xfrm flipH="1">
            <a:off x="405125" y="0"/>
            <a:ext cx="8509200" cy="5143500"/>
          </a:xfrm>
          <a:prstGeom prst="parallelogram">
            <a:avLst>
              <a:gd fmla="val 25000" name="adj"/>
            </a:avLst>
          </a:prstGeom>
          <a:solidFill>
            <a:schemeClr val="accent1"/>
          </a:solidFill>
          <a:ln>
            <a:noFill/>
          </a:ln>
          <a:effectLst>
            <a:outerShdw blurRad="85725" rotWithShape="0" algn="bl" dir="3780000" dist="57150">
              <a:srgbClr val="000000">
                <a:alpha val="58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1"/>
          <p:cNvSpPr txBox="1"/>
          <p:nvPr>
            <p:ph hasCustomPrompt="1" type="title"/>
          </p:nvPr>
        </p:nvSpPr>
        <p:spPr>
          <a:xfrm>
            <a:off x="713225" y="1106125"/>
            <a:ext cx="7717500" cy="1963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2000"/>
              <a:buNone/>
              <a:defRPr b="1" sz="10000">
                <a:solidFill>
                  <a:schemeClr val="lt1"/>
                </a:solidFill>
                <a:latin typeface="Montserrat"/>
                <a:ea typeface="Montserrat"/>
                <a:cs typeface="Montserrat"/>
                <a:sym typeface="Montserrat"/>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63" name="Google Shape;63;p11"/>
          <p:cNvSpPr txBox="1"/>
          <p:nvPr>
            <p:ph idx="1" type="body"/>
          </p:nvPr>
        </p:nvSpPr>
        <p:spPr>
          <a:xfrm>
            <a:off x="1879250" y="3152225"/>
            <a:ext cx="5789400" cy="489900"/>
          </a:xfrm>
          <a:prstGeom prst="rect">
            <a:avLst/>
          </a:prstGeom>
        </p:spPr>
        <p:txBody>
          <a:bodyPr anchorCtr="0" anchor="ctr" bIns="91425" lIns="91425" spcFirstLastPara="1" rIns="91425" wrap="square" tIns="91425">
            <a:noAutofit/>
          </a:bodyPr>
          <a:lstStyle>
            <a:lvl1pPr indent="-342900" lvl="0" marL="457200" rtl="0" algn="ctr">
              <a:spcBef>
                <a:spcPts val="0"/>
              </a:spcBef>
              <a:spcAft>
                <a:spcPts val="0"/>
              </a:spcAft>
              <a:buSzPts val="1800"/>
              <a:buChar char="●"/>
              <a:defRPr>
                <a:solidFill>
                  <a:schemeClr val="lt1"/>
                </a:solidFill>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lt1"/>
        </a:solidFill>
      </p:bgPr>
    </p:bg>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 and text">
  <p:cSld name="CUSTOM_3">
    <p:bg>
      <p:bgPr>
        <a:solidFill>
          <a:schemeClr val="accent1"/>
        </a:solidFill>
      </p:bgPr>
    </p:bg>
    <p:spTree>
      <p:nvGrpSpPr>
        <p:cNvPr id="67" name="Shape 67"/>
        <p:cNvGrpSpPr/>
        <p:nvPr/>
      </p:nvGrpSpPr>
      <p:grpSpPr>
        <a:xfrm>
          <a:off x="0" y="0"/>
          <a:ext cx="0" cy="0"/>
          <a:chOff x="0" y="0"/>
          <a:chExt cx="0" cy="0"/>
        </a:xfrm>
      </p:grpSpPr>
      <p:sp>
        <p:nvSpPr>
          <p:cNvPr id="68" name="Google Shape;68;p13"/>
          <p:cNvSpPr/>
          <p:nvPr/>
        </p:nvSpPr>
        <p:spPr>
          <a:xfrm>
            <a:off x="405125" y="0"/>
            <a:ext cx="8509200" cy="5143500"/>
          </a:xfrm>
          <a:prstGeom prst="parallelogram">
            <a:avLst>
              <a:gd fmla="val 25000" name="adj"/>
            </a:avLst>
          </a:prstGeom>
          <a:solidFill>
            <a:schemeClr val="dk1"/>
          </a:solidFill>
          <a:ln>
            <a:noFill/>
          </a:ln>
          <a:effectLst>
            <a:outerShdw blurRad="85725" rotWithShape="0" algn="bl" dir="3780000" dist="57150">
              <a:srgbClr val="000000">
                <a:alpha val="58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3"/>
          <p:cNvSpPr txBox="1"/>
          <p:nvPr>
            <p:ph hasCustomPrompt="1" type="title"/>
          </p:nvPr>
        </p:nvSpPr>
        <p:spPr>
          <a:xfrm>
            <a:off x="2328751" y="746175"/>
            <a:ext cx="4486500" cy="548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b="1" sz="3500">
                <a:solidFill>
                  <a:schemeClr val="lt1"/>
                </a:solidFill>
                <a:latin typeface="Montserrat"/>
                <a:ea typeface="Montserrat"/>
                <a:cs typeface="Montserrat"/>
                <a:sym typeface="Montserrat"/>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70" name="Google Shape;70;p13"/>
          <p:cNvSpPr txBox="1"/>
          <p:nvPr>
            <p:ph idx="1" type="body"/>
          </p:nvPr>
        </p:nvSpPr>
        <p:spPr>
          <a:xfrm>
            <a:off x="2328751" y="1158177"/>
            <a:ext cx="4486500" cy="489900"/>
          </a:xfrm>
          <a:prstGeom prst="rect">
            <a:avLst/>
          </a:prstGeom>
        </p:spPr>
        <p:txBody>
          <a:bodyPr anchorCtr="0" anchor="ctr" bIns="91425" lIns="91425" spcFirstLastPara="1" rIns="91425" wrap="square" tIns="91425">
            <a:noAutofit/>
          </a:bodyPr>
          <a:lstStyle>
            <a:lvl1pPr indent="-342900" lvl="0" marL="457200" rtl="0" algn="ctr">
              <a:spcBef>
                <a:spcPts val="0"/>
              </a:spcBef>
              <a:spcAft>
                <a:spcPts val="0"/>
              </a:spcAft>
              <a:buSzPts val="1800"/>
              <a:buChar char="●"/>
              <a:defRPr>
                <a:solidFill>
                  <a:schemeClr val="lt1"/>
                </a:solidFill>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71" name="Google Shape;71;p13"/>
          <p:cNvSpPr txBox="1"/>
          <p:nvPr>
            <p:ph hasCustomPrompt="1" idx="2" type="title"/>
          </p:nvPr>
        </p:nvSpPr>
        <p:spPr>
          <a:xfrm>
            <a:off x="2328751" y="1994817"/>
            <a:ext cx="4486500" cy="548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b="1" sz="3500">
                <a:solidFill>
                  <a:schemeClr val="accent2"/>
                </a:solidFill>
                <a:latin typeface="Montserrat"/>
                <a:ea typeface="Montserrat"/>
                <a:cs typeface="Montserrat"/>
                <a:sym typeface="Montserrat"/>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72" name="Google Shape;72;p13"/>
          <p:cNvSpPr txBox="1"/>
          <p:nvPr>
            <p:ph idx="3" type="body"/>
          </p:nvPr>
        </p:nvSpPr>
        <p:spPr>
          <a:xfrm>
            <a:off x="2328751" y="2406819"/>
            <a:ext cx="4486500" cy="489900"/>
          </a:xfrm>
          <a:prstGeom prst="rect">
            <a:avLst/>
          </a:prstGeom>
        </p:spPr>
        <p:txBody>
          <a:bodyPr anchorCtr="0" anchor="ctr" bIns="91425" lIns="91425" spcFirstLastPara="1" rIns="91425" wrap="square" tIns="91425">
            <a:noAutofit/>
          </a:bodyPr>
          <a:lstStyle>
            <a:lvl1pPr indent="-342900" lvl="0" marL="457200" rtl="0" algn="ctr">
              <a:spcBef>
                <a:spcPts val="0"/>
              </a:spcBef>
              <a:spcAft>
                <a:spcPts val="0"/>
              </a:spcAft>
              <a:buSzPts val="1800"/>
              <a:buChar char="●"/>
              <a:defRPr>
                <a:solidFill>
                  <a:schemeClr val="lt1"/>
                </a:solidFill>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73" name="Google Shape;73;p13"/>
          <p:cNvSpPr txBox="1"/>
          <p:nvPr>
            <p:ph hasCustomPrompt="1" idx="4" type="title"/>
          </p:nvPr>
        </p:nvSpPr>
        <p:spPr>
          <a:xfrm>
            <a:off x="2328751" y="3243472"/>
            <a:ext cx="4486500" cy="548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b="1" sz="3500">
                <a:solidFill>
                  <a:schemeClr val="lt1"/>
                </a:solidFill>
                <a:latin typeface="Montserrat"/>
                <a:ea typeface="Montserrat"/>
                <a:cs typeface="Montserrat"/>
                <a:sym typeface="Montserrat"/>
              </a:defRPr>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74" name="Google Shape;74;p13"/>
          <p:cNvSpPr txBox="1"/>
          <p:nvPr>
            <p:ph idx="5" type="body"/>
          </p:nvPr>
        </p:nvSpPr>
        <p:spPr>
          <a:xfrm>
            <a:off x="2328751" y="3655473"/>
            <a:ext cx="4486500" cy="489900"/>
          </a:xfrm>
          <a:prstGeom prst="rect">
            <a:avLst/>
          </a:prstGeom>
        </p:spPr>
        <p:txBody>
          <a:bodyPr anchorCtr="0" anchor="ctr" bIns="91425" lIns="91425" spcFirstLastPara="1" rIns="91425" wrap="square" tIns="91425">
            <a:noAutofit/>
          </a:bodyPr>
          <a:lstStyle>
            <a:lvl1pPr indent="-342900" lvl="0" marL="457200" rtl="0" algn="ctr">
              <a:spcBef>
                <a:spcPts val="0"/>
              </a:spcBef>
              <a:spcAft>
                <a:spcPts val="0"/>
              </a:spcAft>
              <a:buSzPts val="1800"/>
              <a:buChar char="●"/>
              <a:defRPr sz="1700">
                <a:solidFill>
                  <a:schemeClr val="lt1"/>
                </a:solidFill>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
    <p:spTree>
      <p:nvGrpSpPr>
        <p:cNvPr id="75" name="Shape 75"/>
        <p:cNvGrpSpPr/>
        <p:nvPr/>
      </p:nvGrpSpPr>
      <p:grpSpPr>
        <a:xfrm>
          <a:off x="0" y="0"/>
          <a:ext cx="0" cy="0"/>
          <a:chOff x="0" y="0"/>
          <a:chExt cx="0" cy="0"/>
        </a:xfrm>
      </p:grpSpPr>
      <p:sp>
        <p:nvSpPr>
          <p:cNvPr id="76" name="Google Shape;76;p14"/>
          <p:cNvSpPr txBox="1"/>
          <p:nvPr>
            <p:ph idx="1" type="subTitle"/>
          </p:nvPr>
        </p:nvSpPr>
        <p:spPr>
          <a:xfrm>
            <a:off x="713225" y="2527600"/>
            <a:ext cx="3858900" cy="476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1pPr>
            <a:lvl2pPr lvl="1"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2pPr>
            <a:lvl3pPr lvl="2"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3pPr>
            <a:lvl4pPr lvl="3"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4pPr>
            <a:lvl5pPr lvl="4"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5pPr>
            <a:lvl6pPr lvl="5"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6pPr>
            <a:lvl7pPr lvl="6"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7pPr>
            <a:lvl8pPr lvl="7"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8pPr>
            <a:lvl9pPr lvl="8"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9pPr>
          </a:lstStyle>
          <a:p/>
        </p:txBody>
      </p:sp>
      <p:sp>
        <p:nvSpPr>
          <p:cNvPr id="77" name="Google Shape;77;p14"/>
          <p:cNvSpPr txBox="1"/>
          <p:nvPr>
            <p:ph idx="2" type="subTitle"/>
          </p:nvPr>
        </p:nvSpPr>
        <p:spPr>
          <a:xfrm>
            <a:off x="1155136" y="2934275"/>
            <a:ext cx="3417000" cy="476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Raleway"/>
                <a:ea typeface="Raleway"/>
                <a:cs typeface="Raleway"/>
                <a:sym typeface="Raleway"/>
              </a:defRPr>
            </a:lvl1pPr>
            <a:lvl2pPr lvl="1" rtl="0">
              <a:lnSpc>
                <a:spcPct val="100000"/>
              </a:lnSpc>
              <a:spcBef>
                <a:spcPts val="0"/>
              </a:spcBef>
              <a:spcAft>
                <a:spcPts val="0"/>
              </a:spcAft>
              <a:buNone/>
              <a:defRPr sz="1400">
                <a:solidFill>
                  <a:schemeClr val="dk1"/>
                </a:solidFill>
                <a:latin typeface="Raleway"/>
                <a:ea typeface="Raleway"/>
                <a:cs typeface="Raleway"/>
                <a:sym typeface="Raleway"/>
              </a:defRPr>
            </a:lvl2pPr>
            <a:lvl3pPr lvl="2" rtl="0">
              <a:lnSpc>
                <a:spcPct val="100000"/>
              </a:lnSpc>
              <a:spcBef>
                <a:spcPts val="0"/>
              </a:spcBef>
              <a:spcAft>
                <a:spcPts val="0"/>
              </a:spcAft>
              <a:buNone/>
              <a:defRPr sz="1400">
                <a:solidFill>
                  <a:schemeClr val="dk1"/>
                </a:solidFill>
                <a:latin typeface="Raleway"/>
                <a:ea typeface="Raleway"/>
                <a:cs typeface="Raleway"/>
                <a:sym typeface="Raleway"/>
              </a:defRPr>
            </a:lvl3pPr>
            <a:lvl4pPr lvl="3" rtl="0">
              <a:lnSpc>
                <a:spcPct val="100000"/>
              </a:lnSpc>
              <a:spcBef>
                <a:spcPts val="0"/>
              </a:spcBef>
              <a:spcAft>
                <a:spcPts val="0"/>
              </a:spcAft>
              <a:buNone/>
              <a:defRPr sz="1400">
                <a:solidFill>
                  <a:schemeClr val="dk1"/>
                </a:solidFill>
                <a:latin typeface="Raleway"/>
                <a:ea typeface="Raleway"/>
                <a:cs typeface="Raleway"/>
                <a:sym typeface="Raleway"/>
              </a:defRPr>
            </a:lvl4pPr>
            <a:lvl5pPr lvl="4" rtl="0">
              <a:lnSpc>
                <a:spcPct val="100000"/>
              </a:lnSpc>
              <a:spcBef>
                <a:spcPts val="0"/>
              </a:spcBef>
              <a:spcAft>
                <a:spcPts val="0"/>
              </a:spcAft>
              <a:buNone/>
              <a:defRPr sz="1400">
                <a:solidFill>
                  <a:schemeClr val="dk1"/>
                </a:solidFill>
                <a:latin typeface="Raleway"/>
                <a:ea typeface="Raleway"/>
                <a:cs typeface="Raleway"/>
                <a:sym typeface="Raleway"/>
              </a:defRPr>
            </a:lvl5pPr>
            <a:lvl6pPr lvl="5" rtl="0">
              <a:lnSpc>
                <a:spcPct val="100000"/>
              </a:lnSpc>
              <a:spcBef>
                <a:spcPts val="0"/>
              </a:spcBef>
              <a:spcAft>
                <a:spcPts val="0"/>
              </a:spcAft>
              <a:buNone/>
              <a:defRPr sz="1400">
                <a:solidFill>
                  <a:schemeClr val="dk1"/>
                </a:solidFill>
                <a:latin typeface="Raleway"/>
                <a:ea typeface="Raleway"/>
                <a:cs typeface="Raleway"/>
                <a:sym typeface="Raleway"/>
              </a:defRPr>
            </a:lvl6pPr>
            <a:lvl7pPr lvl="6" rtl="0">
              <a:lnSpc>
                <a:spcPct val="100000"/>
              </a:lnSpc>
              <a:spcBef>
                <a:spcPts val="0"/>
              </a:spcBef>
              <a:spcAft>
                <a:spcPts val="0"/>
              </a:spcAft>
              <a:buNone/>
              <a:defRPr sz="1400">
                <a:solidFill>
                  <a:schemeClr val="dk1"/>
                </a:solidFill>
                <a:latin typeface="Raleway"/>
                <a:ea typeface="Raleway"/>
                <a:cs typeface="Raleway"/>
                <a:sym typeface="Raleway"/>
              </a:defRPr>
            </a:lvl7pPr>
            <a:lvl8pPr lvl="7" rtl="0">
              <a:lnSpc>
                <a:spcPct val="100000"/>
              </a:lnSpc>
              <a:spcBef>
                <a:spcPts val="0"/>
              </a:spcBef>
              <a:spcAft>
                <a:spcPts val="0"/>
              </a:spcAft>
              <a:buNone/>
              <a:defRPr sz="1400">
                <a:solidFill>
                  <a:schemeClr val="dk1"/>
                </a:solidFill>
                <a:latin typeface="Raleway"/>
                <a:ea typeface="Raleway"/>
                <a:cs typeface="Raleway"/>
                <a:sym typeface="Raleway"/>
              </a:defRPr>
            </a:lvl8pPr>
            <a:lvl9pPr lvl="8" rtl="0">
              <a:lnSpc>
                <a:spcPct val="100000"/>
              </a:lnSpc>
              <a:spcBef>
                <a:spcPts val="0"/>
              </a:spcBef>
              <a:spcAft>
                <a:spcPts val="0"/>
              </a:spcAft>
              <a:buNone/>
              <a:defRPr sz="1400">
                <a:solidFill>
                  <a:schemeClr val="dk1"/>
                </a:solidFill>
                <a:latin typeface="Raleway"/>
                <a:ea typeface="Raleway"/>
                <a:cs typeface="Raleway"/>
                <a:sym typeface="Raleway"/>
              </a:defRPr>
            </a:lvl9pPr>
          </a:lstStyle>
          <a:p/>
        </p:txBody>
      </p:sp>
      <p:sp>
        <p:nvSpPr>
          <p:cNvPr id="78" name="Google Shape;78;p14"/>
          <p:cNvSpPr txBox="1"/>
          <p:nvPr>
            <p:ph idx="3" type="subTitle"/>
          </p:nvPr>
        </p:nvSpPr>
        <p:spPr>
          <a:xfrm>
            <a:off x="713225" y="1412275"/>
            <a:ext cx="38589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1pPr>
            <a:lvl2pPr lvl="1"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2pPr>
            <a:lvl3pPr lvl="2"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3pPr>
            <a:lvl4pPr lvl="3"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4pPr>
            <a:lvl5pPr lvl="4"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5pPr>
            <a:lvl6pPr lvl="5"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6pPr>
            <a:lvl7pPr lvl="6"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7pPr>
            <a:lvl8pPr lvl="7"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8pPr>
            <a:lvl9pPr lvl="8"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9pPr>
          </a:lstStyle>
          <a:p/>
        </p:txBody>
      </p:sp>
      <p:sp>
        <p:nvSpPr>
          <p:cNvPr id="79" name="Google Shape;79;p14"/>
          <p:cNvSpPr txBox="1"/>
          <p:nvPr>
            <p:ph idx="4" type="subTitle"/>
          </p:nvPr>
        </p:nvSpPr>
        <p:spPr>
          <a:xfrm>
            <a:off x="1155136" y="4069275"/>
            <a:ext cx="34170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latin typeface="Raleway"/>
                <a:ea typeface="Raleway"/>
                <a:cs typeface="Raleway"/>
                <a:sym typeface="Raleway"/>
              </a:defRPr>
            </a:lvl1pPr>
            <a:lvl2pPr lvl="1" rtl="0">
              <a:lnSpc>
                <a:spcPct val="100000"/>
              </a:lnSpc>
              <a:spcBef>
                <a:spcPts val="0"/>
              </a:spcBef>
              <a:spcAft>
                <a:spcPts val="0"/>
              </a:spcAft>
              <a:buNone/>
              <a:defRPr sz="1400">
                <a:latin typeface="Raleway"/>
                <a:ea typeface="Raleway"/>
                <a:cs typeface="Raleway"/>
                <a:sym typeface="Raleway"/>
              </a:defRPr>
            </a:lvl2pPr>
            <a:lvl3pPr lvl="2" rtl="0">
              <a:lnSpc>
                <a:spcPct val="100000"/>
              </a:lnSpc>
              <a:spcBef>
                <a:spcPts val="0"/>
              </a:spcBef>
              <a:spcAft>
                <a:spcPts val="0"/>
              </a:spcAft>
              <a:buNone/>
              <a:defRPr sz="1400">
                <a:latin typeface="Raleway"/>
                <a:ea typeface="Raleway"/>
                <a:cs typeface="Raleway"/>
                <a:sym typeface="Raleway"/>
              </a:defRPr>
            </a:lvl3pPr>
            <a:lvl4pPr lvl="3" rtl="0">
              <a:lnSpc>
                <a:spcPct val="100000"/>
              </a:lnSpc>
              <a:spcBef>
                <a:spcPts val="0"/>
              </a:spcBef>
              <a:spcAft>
                <a:spcPts val="0"/>
              </a:spcAft>
              <a:buNone/>
              <a:defRPr sz="1400">
                <a:latin typeface="Raleway"/>
                <a:ea typeface="Raleway"/>
                <a:cs typeface="Raleway"/>
                <a:sym typeface="Raleway"/>
              </a:defRPr>
            </a:lvl4pPr>
            <a:lvl5pPr lvl="4" rtl="0">
              <a:lnSpc>
                <a:spcPct val="100000"/>
              </a:lnSpc>
              <a:spcBef>
                <a:spcPts val="0"/>
              </a:spcBef>
              <a:spcAft>
                <a:spcPts val="0"/>
              </a:spcAft>
              <a:buNone/>
              <a:defRPr sz="1400">
                <a:latin typeface="Raleway"/>
                <a:ea typeface="Raleway"/>
                <a:cs typeface="Raleway"/>
                <a:sym typeface="Raleway"/>
              </a:defRPr>
            </a:lvl5pPr>
            <a:lvl6pPr lvl="5" rtl="0">
              <a:lnSpc>
                <a:spcPct val="100000"/>
              </a:lnSpc>
              <a:spcBef>
                <a:spcPts val="0"/>
              </a:spcBef>
              <a:spcAft>
                <a:spcPts val="0"/>
              </a:spcAft>
              <a:buNone/>
              <a:defRPr sz="1400">
                <a:latin typeface="Raleway"/>
                <a:ea typeface="Raleway"/>
                <a:cs typeface="Raleway"/>
                <a:sym typeface="Raleway"/>
              </a:defRPr>
            </a:lvl6pPr>
            <a:lvl7pPr lvl="6" rtl="0">
              <a:lnSpc>
                <a:spcPct val="100000"/>
              </a:lnSpc>
              <a:spcBef>
                <a:spcPts val="0"/>
              </a:spcBef>
              <a:spcAft>
                <a:spcPts val="0"/>
              </a:spcAft>
              <a:buNone/>
              <a:defRPr sz="1400">
                <a:latin typeface="Raleway"/>
                <a:ea typeface="Raleway"/>
                <a:cs typeface="Raleway"/>
                <a:sym typeface="Raleway"/>
              </a:defRPr>
            </a:lvl7pPr>
            <a:lvl8pPr lvl="7" rtl="0">
              <a:lnSpc>
                <a:spcPct val="100000"/>
              </a:lnSpc>
              <a:spcBef>
                <a:spcPts val="0"/>
              </a:spcBef>
              <a:spcAft>
                <a:spcPts val="0"/>
              </a:spcAft>
              <a:buNone/>
              <a:defRPr sz="1400">
                <a:latin typeface="Raleway"/>
                <a:ea typeface="Raleway"/>
                <a:cs typeface="Raleway"/>
                <a:sym typeface="Raleway"/>
              </a:defRPr>
            </a:lvl8pPr>
            <a:lvl9pPr lvl="8" rtl="0">
              <a:lnSpc>
                <a:spcPct val="100000"/>
              </a:lnSpc>
              <a:spcBef>
                <a:spcPts val="0"/>
              </a:spcBef>
              <a:spcAft>
                <a:spcPts val="0"/>
              </a:spcAft>
              <a:buNone/>
              <a:defRPr sz="1400">
                <a:latin typeface="Raleway"/>
                <a:ea typeface="Raleway"/>
                <a:cs typeface="Raleway"/>
                <a:sym typeface="Raleway"/>
              </a:defRPr>
            </a:lvl9pPr>
          </a:lstStyle>
          <a:p/>
        </p:txBody>
      </p:sp>
      <p:sp>
        <p:nvSpPr>
          <p:cNvPr id="80" name="Google Shape;80;p14"/>
          <p:cNvSpPr txBox="1"/>
          <p:nvPr>
            <p:ph idx="5" type="subTitle"/>
          </p:nvPr>
        </p:nvSpPr>
        <p:spPr>
          <a:xfrm>
            <a:off x="713225" y="3663275"/>
            <a:ext cx="3858900" cy="476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1pPr>
            <a:lvl2pPr lvl="1"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2pPr>
            <a:lvl3pPr lvl="2"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3pPr>
            <a:lvl4pPr lvl="3"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4pPr>
            <a:lvl5pPr lvl="4"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5pPr>
            <a:lvl6pPr lvl="5"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6pPr>
            <a:lvl7pPr lvl="6"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7pPr>
            <a:lvl8pPr lvl="7"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8pPr>
            <a:lvl9pPr lvl="8"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9pPr>
          </a:lstStyle>
          <a:p/>
        </p:txBody>
      </p:sp>
      <p:sp>
        <p:nvSpPr>
          <p:cNvPr id="81" name="Google Shape;81;p14"/>
          <p:cNvSpPr txBox="1"/>
          <p:nvPr>
            <p:ph idx="6" type="subTitle"/>
          </p:nvPr>
        </p:nvSpPr>
        <p:spPr>
          <a:xfrm>
            <a:off x="1154975" y="1815925"/>
            <a:ext cx="34170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dk1"/>
                </a:solidFill>
                <a:latin typeface="Raleway"/>
                <a:ea typeface="Raleway"/>
                <a:cs typeface="Raleway"/>
                <a:sym typeface="Raleway"/>
              </a:defRPr>
            </a:lvl1pPr>
            <a:lvl2pPr lvl="1" rtl="0">
              <a:lnSpc>
                <a:spcPct val="100000"/>
              </a:lnSpc>
              <a:spcBef>
                <a:spcPts val="0"/>
              </a:spcBef>
              <a:spcAft>
                <a:spcPts val="0"/>
              </a:spcAft>
              <a:buNone/>
              <a:defRPr sz="1400">
                <a:solidFill>
                  <a:schemeClr val="dk1"/>
                </a:solidFill>
                <a:latin typeface="Raleway"/>
                <a:ea typeface="Raleway"/>
                <a:cs typeface="Raleway"/>
                <a:sym typeface="Raleway"/>
              </a:defRPr>
            </a:lvl2pPr>
            <a:lvl3pPr lvl="2" rtl="0">
              <a:lnSpc>
                <a:spcPct val="100000"/>
              </a:lnSpc>
              <a:spcBef>
                <a:spcPts val="0"/>
              </a:spcBef>
              <a:spcAft>
                <a:spcPts val="0"/>
              </a:spcAft>
              <a:buNone/>
              <a:defRPr sz="1400">
                <a:solidFill>
                  <a:schemeClr val="dk1"/>
                </a:solidFill>
                <a:latin typeface="Raleway"/>
                <a:ea typeface="Raleway"/>
                <a:cs typeface="Raleway"/>
                <a:sym typeface="Raleway"/>
              </a:defRPr>
            </a:lvl3pPr>
            <a:lvl4pPr lvl="3" rtl="0">
              <a:lnSpc>
                <a:spcPct val="100000"/>
              </a:lnSpc>
              <a:spcBef>
                <a:spcPts val="0"/>
              </a:spcBef>
              <a:spcAft>
                <a:spcPts val="0"/>
              </a:spcAft>
              <a:buNone/>
              <a:defRPr sz="1400">
                <a:solidFill>
                  <a:schemeClr val="dk1"/>
                </a:solidFill>
                <a:latin typeface="Raleway"/>
                <a:ea typeface="Raleway"/>
                <a:cs typeface="Raleway"/>
                <a:sym typeface="Raleway"/>
              </a:defRPr>
            </a:lvl4pPr>
            <a:lvl5pPr lvl="4" rtl="0">
              <a:lnSpc>
                <a:spcPct val="100000"/>
              </a:lnSpc>
              <a:spcBef>
                <a:spcPts val="0"/>
              </a:spcBef>
              <a:spcAft>
                <a:spcPts val="0"/>
              </a:spcAft>
              <a:buNone/>
              <a:defRPr sz="1400">
                <a:solidFill>
                  <a:schemeClr val="dk1"/>
                </a:solidFill>
                <a:latin typeface="Raleway"/>
                <a:ea typeface="Raleway"/>
                <a:cs typeface="Raleway"/>
                <a:sym typeface="Raleway"/>
              </a:defRPr>
            </a:lvl5pPr>
            <a:lvl6pPr lvl="5" rtl="0">
              <a:lnSpc>
                <a:spcPct val="100000"/>
              </a:lnSpc>
              <a:spcBef>
                <a:spcPts val="0"/>
              </a:spcBef>
              <a:spcAft>
                <a:spcPts val="0"/>
              </a:spcAft>
              <a:buNone/>
              <a:defRPr sz="1400">
                <a:solidFill>
                  <a:schemeClr val="dk1"/>
                </a:solidFill>
                <a:latin typeface="Raleway"/>
                <a:ea typeface="Raleway"/>
                <a:cs typeface="Raleway"/>
                <a:sym typeface="Raleway"/>
              </a:defRPr>
            </a:lvl6pPr>
            <a:lvl7pPr lvl="6" rtl="0">
              <a:lnSpc>
                <a:spcPct val="100000"/>
              </a:lnSpc>
              <a:spcBef>
                <a:spcPts val="0"/>
              </a:spcBef>
              <a:spcAft>
                <a:spcPts val="0"/>
              </a:spcAft>
              <a:buNone/>
              <a:defRPr sz="1400">
                <a:solidFill>
                  <a:schemeClr val="dk1"/>
                </a:solidFill>
                <a:latin typeface="Raleway"/>
                <a:ea typeface="Raleway"/>
                <a:cs typeface="Raleway"/>
                <a:sym typeface="Raleway"/>
              </a:defRPr>
            </a:lvl7pPr>
            <a:lvl8pPr lvl="7" rtl="0">
              <a:lnSpc>
                <a:spcPct val="100000"/>
              </a:lnSpc>
              <a:spcBef>
                <a:spcPts val="0"/>
              </a:spcBef>
              <a:spcAft>
                <a:spcPts val="0"/>
              </a:spcAft>
              <a:buNone/>
              <a:defRPr sz="1400">
                <a:solidFill>
                  <a:schemeClr val="dk1"/>
                </a:solidFill>
                <a:latin typeface="Raleway"/>
                <a:ea typeface="Raleway"/>
                <a:cs typeface="Raleway"/>
                <a:sym typeface="Raleway"/>
              </a:defRPr>
            </a:lvl8pPr>
            <a:lvl9pPr lvl="8" rtl="0">
              <a:lnSpc>
                <a:spcPct val="100000"/>
              </a:lnSpc>
              <a:spcBef>
                <a:spcPts val="0"/>
              </a:spcBef>
              <a:spcAft>
                <a:spcPts val="0"/>
              </a:spcAft>
              <a:buNone/>
              <a:defRPr sz="1400">
                <a:solidFill>
                  <a:schemeClr val="dk1"/>
                </a:solidFill>
                <a:latin typeface="Raleway"/>
                <a:ea typeface="Raleway"/>
                <a:cs typeface="Raleway"/>
                <a:sym typeface="Raleway"/>
              </a:defRPr>
            </a:lvl9pPr>
          </a:lstStyle>
          <a:p/>
        </p:txBody>
      </p:sp>
      <p:sp>
        <p:nvSpPr>
          <p:cNvPr id="82" name="Google Shape;82;p14"/>
          <p:cNvSpPr txBox="1"/>
          <p:nvPr>
            <p:ph type="title"/>
          </p:nvPr>
        </p:nvSpPr>
        <p:spPr>
          <a:xfrm>
            <a:off x="713100" y="539500"/>
            <a:ext cx="3858900" cy="5559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None/>
              <a:defRPr b="1">
                <a:solidFill>
                  <a:schemeClr val="accent2"/>
                </a:solidFill>
                <a:latin typeface="Montserrat"/>
                <a:ea typeface="Montserrat"/>
                <a:cs typeface="Montserrat"/>
                <a:sym typeface="Montserrat"/>
              </a:defRPr>
            </a:lvl1pPr>
            <a:lvl2pPr lvl="1" rtl="0">
              <a:spcBef>
                <a:spcPts val="0"/>
              </a:spcBef>
              <a:spcAft>
                <a:spcPts val="0"/>
              </a:spcAft>
              <a:buNone/>
              <a:defRPr b="1">
                <a:solidFill>
                  <a:schemeClr val="accent2"/>
                </a:solidFill>
                <a:latin typeface="Montserrat"/>
                <a:ea typeface="Montserrat"/>
                <a:cs typeface="Montserrat"/>
                <a:sym typeface="Montserrat"/>
              </a:defRPr>
            </a:lvl2pPr>
            <a:lvl3pPr lvl="2" rtl="0">
              <a:spcBef>
                <a:spcPts val="0"/>
              </a:spcBef>
              <a:spcAft>
                <a:spcPts val="0"/>
              </a:spcAft>
              <a:buNone/>
              <a:defRPr b="1">
                <a:solidFill>
                  <a:schemeClr val="accent2"/>
                </a:solidFill>
                <a:latin typeface="Montserrat"/>
                <a:ea typeface="Montserrat"/>
                <a:cs typeface="Montserrat"/>
                <a:sym typeface="Montserrat"/>
              </a:defRPr>
            </a:lvl3pPr>
            <a:lvl4pPr lvl="3" rtl="0">
              <a:spcBef>
                <a:spcPts val="0"/>
              </a:spcBef>
              <a:spcAft>
                <a:spcPts val="0"/>
              </a:spcAft>
              <a:buNone/>
              <a:defRPr b="1">
                <a:solidFill>
                  <a:schemeClr val="accent2"/>
                </a:solidFill>
                <a:latin typeface="Montserrat"/>
                <a:ea typeface="Montserrat"/>
                <a:cs typeface="Montserrat"/>
                <a:sym typeface="Montserrat"/>
              </a:defRPr>
            </a:lvl4pPr>
            <a:lvl5pPr lvl="4" rtl="0">
              <a:spcBef>
                <a:spcPts val="0"/>
              </a:spcBef>
              <a:spcAft>
                <a:spcPts val="0"/>
              </a:spcAft>
              <a:buNone/>
              <a:defRPr b="1">
                <a:solidFill>
                  <a:schemeClr val="accent2"/>
                </a:solidFill>
                <a:latin typeface="Montserrat"/>
                <a:ea typeface="Montserrat"/>
                <a:cs typeface="Montserrat"/>
                <a:sym typeface="Montserrat"/>
              </a:defRPr>
            </a:lvl5pPr>
            <a:lvl6pPr lvl="5" rtl="0">
              <a:spcBef>
                <a:spcPts val="0"/>
              </a:spcBef>
              <a:spcAft>
                <a:spcPts val="0"/>
              </a:spcAft>
              <a:buNone/>
              <a:defRPr b="1">
                <a:solidFill>
                  <a:schemeClr val="accent2"/>
                </a:solidFill>
                <a:latin typeface="Montserrat"/>
                <a:ea typeface="Montserrat"/>
                <a:cs typeface="Montserrat"/>
                <a:sym typeface="Montserrat"/>
              </a:defRPr>
            </a:lvl6pPr>
            <a:lvl7pPr lvl="6" rtl="0">
              <a:spcBef>
                <a:spcPts val="0"/>
              </a:spcBef>
              <a:spcAft>
                <a:spcPts val="0"/>
              </a:spcAft>
              <a:buNone/>
              <a:defRPr b="1">
                <a:solidFill>
                  <a:schemeClr val="accent2"/>
                </a:solidFill>
                <a:latin typeface="Montserrat"/>
                <a:ea typeface="Montserrat"/>
                <a:cs typeface="Montserrat"/>
                <a:sym typeface="Montserrat"/>
              </a:defRPr>
            </a:lvl7pPr>
            <a:lvl8pPr lvl="7" rtl="0">
              <a:spcBef>
                <a:spcPts val="0"/>
              </a:spcBef>
              <a:spcAft>
                <a:spcPts val="0"/>
              </a:spcAft>
              <a:buNone/>
              <a:defRPr b="1">
                <a:solidFill>
                  <a:schemeClr val="accent2"/>
                </a:solidFill>
                <a:latin typeface="Montserrat"/>
                <a:ea typeface="Montserrat"/>
                <a:cs typeface="Montserrat"/>
                <a:sym typeface="Montserrat"/>
              </a:defRPr>
            </a:lvl8pPr>
            <a:lvl9pPr lvl="8" rtl="0">
              <a:spcBef>
                <a:spcPts val="0"/>
              </a:spcBef>
              <a:spcAft>
                <a:spcPts val="0"/>
              </a:spcAft>
              <a:buNone/>
              <a:defRPr b="1">
                <a:solidFill>
                  <a:schemeClr val="accent2"/>
                </a:solidFill>
                <a:latin typeface="Montserrat"/>
                <a:ea typeface="Montserrat"/>
                <a:cs typeface="Montserrat"/>
                <a:sym typeface="Montserra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
    <p:spTree>
      <p:nvGrpSpPr>
        <p:cNvPr id="83" name="Shape 83"/>
        <p:cNvGrpSpPr/>
        <p:nvPr/>
      </p:nvGrpSpPr>
      <p:grpSpPr>
        <a:xfrm>
          <a:off x="0" y="0"/>
          <a:ext cx="0" cy="0"/>
          <a:chOff x="0" y="0"/>
          <a:chExt cx="0" cy="0"/>
        </a:xfrm>
      </p:grpSpPr>
      <p:sp>
        <p:nvSpPr>
          <p:cNvPr id="84" name="Google Shape;84;p15"/>
          <p:cNvSpPr txBox="1"/>
          <p:nvPr>
            <p:ph idx="1" type="subTitle"/>
          </p:nvPr>
        </p:nvSpPr>
        <p:spPr>
          <a:xfrm>
            <a:off x="3884513" y="3027600"/>
            <a:ext cx="2051700" cy="484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1pPr>
            <a:lvl2pPr lvl="1"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2pPr>
            <a:lvl3pPr lvl="2"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3pPr>
            <a:lvl4pPr lvl="3"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4pPr>
            <a:lvl5pPr lvl="4"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5pPr>
            <a:lvl6pPr lvl="5"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6pPr>
            <a:lvl7pPr lvl="6"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7pPr>
            <a:lvl8pPr lvl="7"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8pPr>
            <a:lvl9pPr lvl="8"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9pPr>
          </a:lstStyle>
          <a:p/>
        </p:txBody>
      </p:sp>
      <p:sp>
        <p:nvSpPr>
          <p:cNvPr id="85" name="Google Shape;85;p15"/>
          <p:cNvSpPr txBox="1"/>
          <p:nvPr>
            <p:ph idx="2" type="subTitle"/>
          </p:nvPr>
        </p:nvSpPr>
        <p:spPr>
          <a:xfrm>
            <a:off x="3893547" y="3381250"/>
            <a:ext cx="2052000" cy="56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lt1"/>
                </a:solidFill>
              </a:defRPr>
            </a:lvl1pPr>
            <a:lvl2pPr lvl="1" rtl="0" algn="ctr">
              <a:lnSpc>
                <a:spcPct val="100000"/>
              </a:lnSpc>
              <a:spcBef>
                <a:spcPts val="0"/>
              </a:spcBef>
              <a:spcAft>
                <a:spcPts val="0"/>
              </a:spcAft>
              <a:buNone/>
              <a:defRPr sz="1400">
                <a:solidFill>
                  <a:schemeClr val="lt1"/>
                </a:solidFill>
              </a:defRPr>
            </a:lvl2pPr>
            <a:lvl3pPr lvl="2" rtl="0" algn="ctr">
              <a:lnSpc>
                <a:spcPct val="100000"/>
              </a:lnSpc>
              <a:spcBef>
                <a:spcPts val="0"/>
              </a:spcBef>
              <a:spcAft>
                <a:spcPts val="0"/>
              </a:spcAft>
              <a:buNone/>
              <a:defRPr sz="1400">
                <a:solidFill>
                  <a:schemeClr val="lt1"/>
                </a:solidFill>
              </a:defRPr>
            </a:lvl3pPr>
            <a:lvl4pPr lvl="3" rtl="0" algn="ctr">
              <a:lnSpc>
                <a:spcPct val="100000"/>
              </a:lnSpc>
              <a:spcBef>
                <a:spcPts val="0"/>
              </a:spcBef>
              <a:spcAft>
                <a:spcPts val="0"/>
              </a:spcAft>
              <a:buNone/>
              <a:defRPr sz="1400">
                <a:solidFill>
                  <a:schemeClr val="lt1"/>
                </a:solidFill>
              </a:defRPr>
            </a:lvl4pPr>
            <a:lvl5pPr lvl="4" rtl="0" algn="ctr">
              <a:lnSpc>
                <a:spcPct val="100000"/>
              </a:lnSpc>
              <a:spcBef>
                <a:spcPts val="0"/>
              </a:spcBef>
              <a:spcAft>
                <a:spcPts val="0"/>
              </a:spcAft>
              <a:buNone/>
              <a:defRPr sz="1400">
                <a:solidFill>
                  <a:schemeClr val="lt1"/>
                </a:solidFill>
              </a:defRPr>
            </a:lvl5pPr>
            <a:lvl6pPr lvl="5" rtl="0" algn="ctr">
              <a:lnSpc>
                <a:spcPct val="100000"/>
              </a:lnSpc>
              <a:spcBef>
                <a:spcPts val="0"/>
              </a:spcBef>
              <a:spcAft>
                <a:spcPts val="0"/>
              </a:spcAft>
              <a:buNone/>
              <a:defRPr sz="1400">
                <a:solidFill>
                  <a:schemeClr val="lt1"/>
                </a:solidFill>
              </a:defRPr>
            </a:lvl6pPr>
            <a:lvl7pPr lvl="6" rtl="0" algn="ctr">
              <a:lnSpc>
                <a:spcPct val="100000"/>
              </a:lnSpc>
              <a:spcBef>
                <a:spcPts val="0"/>
              </a:spcBef>
              <a:spcAft>
                <a:spcPts val="0"/>
              </a:spcAft>
              <a:buNone/>
              <a:defRPr sz="1400">
                <a:solidFill>
                  <a:schemeClr val="lt1"/>
                </a:solidFill>
              </a:defRPr>
            </a:lvl7pPr>
            <a:lvl8pPr lvl="7" rtl="0" algn="ctr">
              <a:lnSpc>
                <a:spcPct val="100000"/>
              </a:lnSpc>
              <a:spcBef>
                <a:spcPts val="0"/>
              </a:spcBef>
              <a:spcAft>
                <a:spcPts val="0"/>
              </a:spcAft>
              <a:buNone/>
              <a:defRPr sz="1400">
                <a:solidFill>
                  <a:schemeClr val="lt1"/>
                </a:solidFill>
              </a:defRPr>
            </a:lvl8pPr>
            <a:lvl9pPr lvl="8" rtl="0" algn="ctr">
              <a:lnSpc>
                <a:spcPct val="100000"/>
              </a:lnSpc>
              <a:spcBef>
                <a:spcPts val="0"/>
              </a:spcBef>
              <a:spcAft>
                <a:spcPts val="0"/>
              </a:spcAft>
              <a:buNone/>
              <a:defRPr sz="1400">
                <a:solidFill>
                  <a:schemeClr val="lt1"/>
                </a:solidFill>
              </a:defRPr>
            </a:lvl9pPr>
          </a:lstStyle>
          <a:p/>
        </p:txBody>
      </p:sp>
      <p:sp>
        <p:nvSpPr>
          <p:cNvPr id="86" name="Google Shape;86;p15"/>
          <p:cNvSpPr txBox="1"/>
          <p:nvPr>
            <p:ph idx="3" type="subTitle"/>
          </p:nvPr>
        </p:nvSpPr>
        <p:spPr>
          <a:xfrm>
            <a:off x="5927512" y="1605238"/>
            <a:ext cx="2061000" cy="484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1pPr>
            <a:lvl2pPr lvl="1"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2pPr>
            <a:lvl3pPr lvl="2"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3pPr>
            <a:lvl4pPr lvl="3"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4pPr>
            <a:lvl5pPr lvl="4"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5pPr>
            <a:lvl6pPr lvl="5"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6pPr>
            <a:lvl7pPr lvl="6"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7pPr>
            <a:lvl8pPr lvl="7"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8pPr>
            <a:lvl9pPr lvl="8"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9pPr>
          </a:lstStyle>
          <a:p/>
        </p:txBody>
      </p:sp>
      <p:sp>
        <p:nvSpPr>
          <p:cNvPr id="87" name="Google Shape;87;p15"/>
          <p:cNvSpPr txBox="1"/>
          <p:nvPr>
            <p:ph idx="4" type="subTitle"/>
          </p:nvPr>
        </p:nvSpPr>
        <p:spPr>
          <a:xfrm>
            <a:off x="5927638" y="3381250"/>
            <a:ext cx="2061300" cy="56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lt1"/>
                </a:solidFill>
              </a:defRPr>
            </a:lvl1pPr>
            <a:lvl2pPr lvl="1" rtl="0" algn="ctr">
              <a:lnSpc>
                <a:spcPct val="100000"/>
              </a:lnSpc>
              <a:spcBef>
                <a:spcPts val="0"/>
              </a:spcBef>
              <a:spcAft>
                <a:spcPts val="0"/>
              </a:spcAft>
              <a:buNone/>
              <a:defRPr sz="1400">
                <a:solidFill>
                  <a:schemeClr val="lt1"/>
                </a:solidFill>
              </a:defRPr>
            </a:lvl2pPr>
            <a:lvl3pPr lvl="2" rtl="0" algn="ctr">
              <a:lnSpc>
                <a:spcPct val="100000"/>
              </a:lnSpc>
              <a:spcBef>
                <a:spcPts val="0"/>
              </a:spcBef>
              <a:spcAft>
                <a:spcPts val="0"/>
              </a:spcAft>
              <a:buNone/>
              <a:defRPr sz="1400">
                <a:solidFill>
                  <a:schemeClr val="lt1"/>
                </a:solidFill>
              </a:defRPr>
            </a:lvl3pPr>
            <a:lvl4pPr lvl="3" rtl="0" algn="ctr">
              <a:lnSpc>
                <a:spcPct val="100000"/>
              </a:lnSpc>
              <a:spcBef>
                <a:spcPts val="0"/>
              </a:spcBef>
              <a:spcAft>
                <a:spcPts val="0"/>
              </a:spcAft>
              <a:buNone/>
              <a:defRPr sz="1400">
                <a:solidFill>
                  <a:schemeClr val="lt1"/>
                </a:solidFill>
              </a:defRPr>
            </a:lvl4pPr>
            <a:lvl5pPr lvl="4" rtl="0" algn="ctr">
              <a:lnSpc>
                <a:spcPct val="100000"/>
              </a:lnSpc>
              <a:spcBef>
                <a:spcPts val="0"/>
              </a:spcBef>
              <a:spcAft>
                <a:spcPts val="0"/>
              </a:spcAft>
              <a:buNone/>
              <a:defRPr sz="1400">
                <a:solidFill>
                  <a:schemeClr val="lt1"/>
                </a:solidFill>
              </a:defRPr>
            </a:lvl5pPr>
            <a:lvl6pPr lvl="5" rtl="0" algn="ctr">
              <a:lnSpc>
                <a:spcPct val="100000"/>
              </a:lnSpc>
              <a:spcBef>
                <a:spcPts val="0"/>
              </a:spcBef>
              <a:spcAft>
                <a:spcPts val="0"/>
              </a:spcAft>
              <a:buNone/>
              <a:defRPr sz="1400">
                <a:solidFill>
                  <a:schemeClr val="lt1"/>
                </a:solidFill>
              </a:defRPr>
            </a:lvl6pPr>
            <a:lvl7pPr lvl="6" rtl="0" algn="ctr">
              <a:lnSpc>
                <a:spcPct val="100000"/>
              </a:lnSpc>
              <a:spcBef>
                <a:spcPts val="0"/>
              </a:spcBef>
              <a:spcAft>
                <a:spcPts val="0"/>
              </a:spcAft>
              <a:buNone/>
              <a:defRPr sz="1400">
                <a:solidFill>
                  <a:schemeClr val="lt1"/>
                </a:solidFill>
              </a:defRPr>
            </a:lvl7pPr>
            <a:lvl8pPr lvl="7" rtl="0" algn="ctr">
              <a:lnSpc>
                <a:spcPct val="100000"/>
              </a:lnSpc>
              <a:spcBef>
                <a:spcPts val="0"/>
              </a:spcBef>
              <a:spcAft>
                <a:spcPts val="0"/>
              </a:spcAft>
              <a:buNone/>
              <a:defRPr sz="1400">
                <a:solidFill>
                  <a:schemeClr val="lt1"/>
                </a:solidFill>
              </a:defRPr>
            </a:lvl8pPr>
            <a:lvl9pPr lvl="8" rtl="0" algn="ctr">
              <a:lnSpc>
                <a:spcPct val="100000"/>
              </a:lnSpc>
              <a:spcBef>
                <a:spcPts val="0"/>
              </a:spcBef>
              <a:spcAft>
                <a:spcPts val="0"/>
              </a:spcAft>
              <a:buNone/>
              <a:defRPr sz="1400">
                <a:solidFill>
                  <a:schemeClr val="lt1"/>
                </a:solidFill>
              </a:defRPr>
            </a:lvl9pPr>
          </a:lstStyle>
          <a:p/>
        </p:txBody>
      </p:sp>
      <p:sp>
        <p:nvSpPr>
          <p:cNvPr id="88" name="Google Shape;88;p15"/>
          <p:cNvSpPr txBox="1"/>
          <p:nvPr>
            <p:ph idx="5" type="subTitle"/>
          </p:nvPr>
        </p:nvSpPr>
        <p:spPr>
          <a:xfrm>
            <a:off x="5927100" y="3027600"/>
            <a:ext cx="2061600" cy="484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1pPr>
            <a:lvl2pPr lvl="1"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2pPr>
            <a:lvl3pPr lvl="2"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3pPr>
            <a:lvl4pPr lvl="3"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4pPr>
            <a:lvl5pPr lvl="4"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5pPr>
            <a:lvl6pPr lvl="5"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6pPr>
            <a:lvl7pPr lvl="6"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7pPr>
            <a:lvl8pPr lvl="7"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8pPr>
            <a:lvl9pPr lvl="8"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9pPr>
          </a:lstStyle>
          <a:p/>
        </p:txBody>
      </p:sp>
      <p:sp>
        <p:nvSpPr>
          <p:cNvPr id="89" name="Google Shape;89;p15"/>
          <p:cNvSpPr txBox="1"/>
          <p:nvPr>
            <p:ph idx="6" type="subTitle"/>
          </p:nvPr>
        </p:nvSpPr>
        <p:spPr>
          <a:xfrm>
            <a:off x="5927780" y="1961863"/>
            <a:ext cx="2061300" cy="56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lt1"/>
                </a:solidFill>
              </a:defRPr>
            </a:lvl1pPr>
            <a:lvl2pPr lvl="1" rtl="0" algn="ctr">
              <a:lnSpc>
                <a:spcPct val="100000"/>
              </a:lnSpc>
              <a:spcBef>
                <a:spcPts val="0"/>
              </a:spcBef>
              <a:spcAft>
                <a:spcPts val="0"/>
              </a:spcAft>
              <a:buNone/>
              <a:defRPr sz="1400">
                <a:solidFill>
                  <a:schemeClr val="lt1"/>
                </a:solidFill>
              </a:defRPr>
            </a:lvl2pPr>
            <a:lvl3pPr lvl="2" rtl="0" algn="ctr">
              <a:lnSpc>
                <a:spcPct val="100000"/>
              </a:lnSpc>
              <a:spcBef>
                <a:spcPts val="0"/>
              </a:spcBef>
              <a:spcAft>
                <a:spcPts val="0"/>
              </a:spcAft>
              <a:buNone/>
              <a:defRPr sz="1400">
                <a:solidFill>
                  <a:schemeClr val="lt1"/>
                </a:solidFill>
              </a:defRPr>
            </a:lvl3pPr>
            <a:lvl4pPr lvl="3" rtl="0" algn="ctr">
              <a:lnSpc>
                <a:spcPct val="100000"/>
              </a:lnSpc>
              <a:spcBef>
                <a:spcPts val="0"/>
              </a:spcBef>
              <a:spcAft>
                <a:spcPts val="0"/>
              </a:spcAft>
              <a:buNone/>
              <a:defRPr sz="1400">
                <a:solidFill>
                  <a:schemeClr val="lt1"/>
                </a:solidFill>
              </a:defRPr>
            </a:lvl4pPr>
            <a:lvl5pPr lvl="4" rtl="0" algn="ctr">
              <a:lnSpc>
                <a:spcPct val="100000"/>
              </a:lnSpc>
              <a:spcBef>
                <a:spcPts val="0"/>
              </a:spcBef>
              <a:spcAft>
                <a:spcPts val="0"/>
              </a:spcAft>
              <a:buNone/>
              <a:defRPr sz="1400">
                <a:solidFill>
                  <a:schemeClr val="lt1"/>
                </a:solidFill>
              </a:defRPr>
            </a:lvl5pPr>
            <a:lvl6pPr lvl="5" rtl="0" algn="ctr">
              <a:lnSpc>
                <a:spcPct val="100000"/>
              </a:lnSpc>
              <a:spcBef>
                <a:spcPts val="0"/>
              </a:spcBef>
              <a:spcAft>
                <a:spcPts val="0"/>
              </a:spcAft>
              <a:buNone/>
              <a:defRPr sz="1400">
                <a:solidFill>
                  <a:schemeClr val="lt1"/>
                </a:solidFill>
              </a:defRPr>
            </a:lvl6pPr>
            <a:lvl7pPr lvl="6" rtl="0" algn="ctr">
              <a:lnSpc>
                <a:spcPct val="100000"/>
              </a:lnSpc>
              <a:spcBef>
                <a:spcPts val="0"/>
              </a:spcBef>
              <a:spcAft>
                <a:spcPts val="0"/>
              </a:spcAft>
              <a:buNone/>
              <a:defRPr sz="1400">
                <a:solidFill>
                  <a:schemeClr val="lt1"/>
                </a:solidFill>
              </a:defRPr>
            </a:lvl7pPr>
            <a:lvl8pPr lvl="7" rtl="0" algn="ctr">
              <a:lnSpc>
                <a:spcPct val="100000"/>
              </a:lnSpc>
              <a:spcBef>
                <a:spcPts val="0"/>
              </a:spcBef>
              <a:spcAft>
                <a:spcPts val="0"/>
              </a:spcAft>
              <a:buNone/>
              <a:defRPr sz="1400">
                <a:solidFill>
                  <a:schemeClr val="lt1"/>
                </a:solidFill>
              </a:defRPr>
            </a:lvl8pPr>
            <a:lvl9pPr lvl="8" rtl="0" algn="ctr">
              <a:lnSpc>
                <a:spcPct val="100000"/>
              </a:lnSpc>
              <a:spcBef>
                <a:spcPts val="0"/>
              </a:spcBef>
              <a:spcAft>
                <a:spcPts val="0"/>
              </a:spcAft>
              <a:buNone/>
              <a:defRPr sz="1400">
                <a:solidFill>
                  <a:schemeClr val="lt1"/>
                </a:solidFill>
              </a:defRPr>
            </a:lvl9pPr>
          </a:lstStyle>
          <a:p/>
        </p:txBody>
      </p:sp>
      <p:sp>
        <p:nvSpPr>
          <p:cNvPr id="90" name="Google Shape;90;p15"/>
          <p:cNvSpPr txBox="1"/>
          <p:nvPr>
            <p:ph idx="7" type="subTitle"/>
          </p:nvPr>
        </p:nvSpPr>
        <p:spPr>
          <a:xfrm>
            <a:off x="3879963" y="1607188"/>
            <a:ext cx="2043000" cy="4806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1pPr>
            <a:lvl2pPr lvl="1"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2pPr>
            <a:lvl3pPr lvl="2"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3pPr>
            <a:lvl4pPr lvl="3"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4pPr>
            <a:lvl5pPr lvl="4"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5pPr>
            <a:lvl6pPr lvl="5"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6pPr>
            <a:lvl7pPr lvl="6"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7pPr>
            <a:lvl8pPr lvl="7"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8pPr>
            <a:lvl9pPr lvl="8"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9pPr>
          </a:lstStyle>
          <a:p/>
        </p:txBody>
      </p:sp>
      <p:sp>
        <p:nvSpPr>
          <p:cNvPr id="91" name="Google Shape;91;p15"/>
          <p:cNvSpPr txBox="1"/>
          <p:nvPr>
            <p:ph idx="8" type="subTitle"/>
          </p:nvPr>
        </p:nvSpPr>
        <p:spPr>
          <a:xfrm>
            <a:off x="3888688" y="1959913"/>
            <a:ext cx="2043000" cy="56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sz="1400">
                <a:solidFill>
                  <a:schemeClr val="lt1"/>
                </a:solidFill>
              </a:defRPr>
            </a:lvl1pPr>
            <a:lvl2pPr lvl="1" rtl="0" algn="ctr">
              <a:lnSpc>
                <a:spcPct val="100000"/>
              </a:lnSpc>
              <a:spcBef>
                <a:spcPts val="0"/>
              </a:spcBef>
              <a:spcAft>
                <a:spcPts val="0"/>
              </a:spcAft>
              <a:buNone/>
              <a:defRPr sz="1400">
                <a:solidFill>
                  <a:schemeClr val="lt1"/>
                </a:solidFill>
              </a:defRPr>
            </a:lvl2pPr>
            <a:lvl3pPr lvl="2" rtl="0" algn="ctr">
              <a:lnSpc>
                <a:spcPct val="100000"/>
              </a:lnSpc>
              <a:spcBef>
                <a:spcPts val="0"/>
              </a:spcBef>
              <a:spcAft>
                <a:spcPts val="0"/>
              </a:spcAft>
              <a:buNone/>
              <a:defRPr sz="1400">
                <a:solidFill>
                  <a:schemeClr val="lt1"/>
                </a:solidFill>
              </a:defRPr>
            </a:lvl3pPr>
            <a:lvl4pPr lvl="3" rtl="0" algn="ctr">
              <a:lnSpc>
                <a:spcPct val="100000"/>
              </a:lnSpc>
              <a:spcBef>
                <a:spcPts val="0"/>
              </a:spcBef>
              <a:spcAft>
                <a:spcPts val="0"/>
              </a:spcAft>
              <a:buNone/>
              <a:defRPr sz="1400">
                <a:solidFill>
                  <a:schemeClr val="lt1"/>
                </a:solidFill>
              </a:defRPr>
            </a:lvl4pPr>
            <a:lvl5pPr lvl="4" rtl="0" algn="ctr">
              <a:lnSpc>
                <a:spcPct val="100000"/>
              </a:lnSpc>
              <a:spcBef>
                <a:spcPts val="0"/>
              </a:spcBef>
              <a:spcAft>
                <a:spcPts val="0"/>
              </a:spcAft>
              <a:buNone/>
              <a:defRPr sz="1400">
                <a:solidFill>
                  <a:schemeClr val="lt1"/>
                </a:solidFill>
              </a:defRPr>
            </a:lvl5pPr>
            <a:lvl6pPr lvl="5" rtl="0" algn="ctr">
              <a:lnSpc>
                <a:spcPct val="100000"/>
              </a:lnSpc>
              <a:spcBef>
                <a:spcPts val="0"/>
              </a:spcBef>
              <a:spcAft>
                <a:spcPts val="0"/>
              </a:spcAft>
              <a:buNone/>
              <a:defRPr sz="1400">
                <a:solidFill>
                  <a:schemeClr val="lt1"/>
                </a:solidFill>
              </a:defRPr>
            </a:lvl6pPr>
            <a:lvl7pPr lvl="6" rtl="0" algn="ctr">
              <a:lnSpc>
                <a:spcPct val="100000"/>
              </a:lnSpc>
              <a:spcBef>
                <a:spcPts val="0"/>
              </a:spcBef>
              <a:spcAft>
                <a:spcPts val="0"/>
              </a:spcAft>
              <a:buNone/>
              <a:defRPr sz="1400">
                <a:solidFill>
                  <a:schemeClr val="lt1"/>
                </a:solidFill>
              </a:defRPr>
            </a:lvl7pPr>
            <a:lvl8pPr lvl="7" rtl="0" algn="ctr">
              <a:lnSpc>
                <a:spcPct val="100000"/>
              </a:lnSpc>
              <a:spcBef>
                <a:spcPts val="0"/>
              </a:spcBef>
              <a:spcAft>
                <a:spcPts val="0"/>
              </a:spcAft>
              <a:buNone/>
              <a:defRPr sz="1400">
                <a:solidFill>
                  <a:schemeClr val="lt1"/>
                </a:solidFill>
              </a:defRPr>
            </a:lvl8pPr>
            <a:lvl9pPr lvl="8" rtl="0" algn="ctr">
              <a:lnSpc>
                <a:spcPct val="100000"/>
              </a:lnSpc>
              <a:spcBef>
                <a:spcPts val="0"/>
              </a:spcBef>
              <a:spcAft>
                <a:spcPts val="0"/>
              </a:spcAft>
              <a:buNone/>
              <a:defRPr sz="1400">
                <a:solidFill>
                  <a:schemeClr val="lt1"/>
                </a:solidFill>
              </a:defRPr>
            </a:lvl9pPr>
          </a:lstStyle>
          <a:p/>
        </p:txBody>
      </p:sp>
      <p:sp>
        <p:nvSpPr>
          <p:cNvPr id="92" name="Google Shape;92;p15"/>
          <p:cNvSpPr txBox="1"/>
          <p:nvPr>
            <p:ph type="title"/>
          </p:nvPr>
        </p:nvSpPr>
        <p:spPr>
          <a:xfrm>
            <a:off x="3393225" y="539500"/>
            <a:ext cx="5035800" cy="567000"/>
          </a:xfrm>
          <a:prstGeom prst="rect">
            <a:avLst/>
          </a:prstGeom>
        </p:spPr>
        <p:txBody>
          <a:bodyPr anchorCtr="0" anchor="ctr" bIns="91425" lIns="91425" spcFirstLastPara="1" rIns="91425" wrap="square" tIns="91425">
            <a:noAutofit/>
          </a:bodyPr>
          <a:lstStyle>
            <a:lvl1pPr lvl="0" rtl="0" algn="ctr">
              <a:spcBef>
                <a:spcPts val="0"/>
              </a:spcBef>
              <a:spcAft>
                <a:spcPts val="0"/>
              </a:spcAft>
              <a:buNone/>
              <a:defRPr b="1">
                <a:solidFill>
                  <a:schemeClr val="dk1"/>
                </a:solidFill>
                <a:latin typeface="Montserrat"/>
                <a:ea typeface="Montserrat"/>
                <a:cs typeface="Montserrat"/>
                <a:sym typeface="Montserrat"/>
              </a:defRPr>
            </a:lvl1pPr>
            <a:lvl2pPr lvl="1" rtl="0" algn="ctr">
              <a:spcBef>
                <a:spcPts val="0"/>
              </a:spcBef>
              <a:spcAft>
                <a:spcPts val="0"/>
              </a:spcAft>
              <a:buNone/>
              <a:defRPr b="1">
                <a:solidFill>
                  <a:schemeClr val="lt1"/>
                </a:solidFill>
                <a:latin typeface="Montserrat"/>
                <a:ea typeface="Montserrat"/>
                <a:cs typeface="Montserrat"/>
                <a:sym typeface="Montserrat"/>
              </a:defRPr>
            </a:lvl2pPr>
            <a:lvl3pPr lvl="2" rtl="0" algn="ctr">
              <a:spcBef>
                <a:spcPts val="0"/>
              </a:spcBef>
              <a:spcAft>
                <a:spcPts val="0"/>
              </a:spcAft>
              <a:buNone/>
              <a:defRPr b="1">
                <a:solidFill>
                  <a:schemeClr val="lt1"/>
                </a:solidFill>
                <a:latin typeface="Montserrat"/>
                <a:ea typeface="Montserrat"/>
                <a:cs typeface="Montserrat"/>
                <a:sym typeface="Montserrat"/>
              </a:defRPr>
            </a:lvl3pPr>
            <a:lvl4pPr lvl="3" rtl="0" algn="ctr">
              <a:spcBef>
                <a:spcPts val="0"/>
              </a:spcBef>
              <a:spcAft>
                <a:spcPts val="0"/>
              </a:spcAft>
              <a:buNone/>
              <a:defRPr b="1">
                <a:solidFill>
                  <a:schemeClr val="lt1"/>
                </a:solidFill>
                <a:latin typeface="Montserrat"/>
                <a:ea typeface="Montserrat"/>
                <a:cs typeface="Montserrat"/>
                <a:sym typeface="Montserrat"/>
              </a:defRPr>
            </a:lvl4pPr>
            <a:lvl5pPr lvl="4" rtl="0" algn="ctr">
              <a:spcBef>
                <a:spcPts val="0"/>
              </a:spcBef>
              <a:spcAft>
                <a:spcPts val="0"/>
              </a:spcAft>
              <a:buNone/>
              <a:defRPr b="1">
                <a:solidFill>
                  <a:schemeClr val="lt1"/>
                </a:solidFill>
                <a:latin typeface="Montserrat"/>
                <a:ea typeface="Montserrat"/>
                <a:cs typeface="Montserrat"/>
                <a:sym typeface="Montserrat"/>
              </a:defRPr>
            </a:lvl5pPr>
            <a:lvl6pPr lvl="5" rtl="0" algn="ctr">
              <a:spcBef>
                <a:spcPts val="0"/>
              </a:spcBef>
              <a:spcAft>
                <a:spcPts val="0"/>
              </a:spcAft>
              <a:buNone/>
              <a:defRPr b="1">
                <a:solidFill>
                  <a:schemeClr val="lt1"/>
                </a:solidFill>
                <a:latin typeface="Montserrat"/>
                <a:ea typeface="Montserrat"/>
                <a:cs typeface="Montserrat"/>
                <a:sym typeface="Montserrat"/>
              </a:defRPr>
            </a:lvl6pPr>
            <a:lvl7pPr lvl="6" rtl="0" algn="ctr">
              <a:spcBef>
                <a:spcPts val="0"/>
              </a:spcBef>
              <a:spcAft>
                <a:spcPts val="0"/>
              </a:spcAft>
              <a:buNone/>
              <a:defRPr b="1">
                <a:solidFill>
                  <a:schemeClr val="lt1"/>
                </a:solidFill>
                <a:latin typeface="Montserrat"/>
                <a:ea typeface="Montserrat"/>
                <a:cs typeface="Montserrat"/>
                <a:sym typeface="Montserrat"/>
              </a:defRPr>
            </a:lvl7pPr>
            <a:lvl8pPr lvl="7" rtl="0" algn="ctr">
              <a:spcBef>
                <a:spcPts val="0"/>
              </a:spcBef>
              <a:spcAft>
                <a:spcPts val="0"/>
              </a:spcAft>
              <a:buNone/>
              <a:defRPr b="1">
                <a:solidFill>
                  <a:schemeClr val="lt1"/>
                </a:solidFill>
                <a:latin typeface="Montserrat"/>
                <a:ea typeface="Montserrat"/>
                <a:cs typeface="Montserrat"/>
                <a:sym typeface="Montserrat"/>
              </a:defRPr>
            </a:lvl8pPr>
            <a:lvl9pPr lvl="8" rtl="0" algn="ctr">
              <a:spcBef>
                <a:spcPts val="0"/>
              </a:spcBef>
              <a:spcAft>
                <a:spcPts val="0"/>
              </a:spcAft>
              <a:buNone/>
              <a:defRPr b="1">
                <a:solidFill>
                  <a:schemeClr val="lt1"/>
                </a:solidFill>
                <a:latin typeface="Montserrat"/>
                <a:ea typeface="Montserrat"/>
                <a:cs typeface="Montserrat"/>
                <a:sym typeface="Montserrat"/>
              </a:defRPr>
            </a:lvl9pPr>
          </a:lstStyle>
          <a:p/>
        </p:txBody>
      </p:sp>
      <p:grpSp>
        <p:nvGrpSpPr>
          <p:cNvPr id="93" name="Google Shape;93;p15"/>
          <p:cNvGrpSpPr/>
          <p:nvPr/>
        </p:nvGrpSpPr>
        <p:grpSpPr>
          <a:xfrm>
            <a:off x="8738450" y="1961875"/>
            <a:ext cx="0" cy="3661975"/>
            <a:chOff x="397450" y="-362125"/>
            <a:chExt cx="0" cy="3661975"/>
          </a:xfrm>
        </p:grpSpPr>
        <p:cxnSp>
          <p:nvCxnSpPr>
            <p:cNvPr id="94" name="Google Shape;94;p15"/>
            <p:cNvCxnSpPr/>
            <p:nvPr/>
          </p:nvCxnSpPr>
          <p:spPr>
            <a:xfrm rot="10800000">
              <a:off x="397450" y="537450"/>
              <a:ext cx="0" cy="2762400"/>
            </a:xfrm>
            <a:prstGeom prst="straightConnector1">
              <a:avLst/>
            </a:prstGeom>
            <a:noFill/>
            <a:ln cap="flat" cmpd="sng" w="19050">
              <a:solidFill>
                <a:schemeClr val="accent1"/>
              </a:solidFill>
              <a:prstDash val="solid"/>
              <a:round/>
              <a:headEnd len="med" w="med" type="none"/>
              <a:tailEnd len="med" w="med" type="none"/>
            </a:ln>
          </p:spPr>
        </p:cxnSp>
        <p:cxnSp>
          <p:nvCxnSpPr>
            <p:cNvPr id="95" name="Google Shape;95;p15"/>
            <p:cNvCxnSpPr/>
            <p:nvPr/>
          </p:nvCxnSpPr>
          <p:spPr>
            <a:xfrm rot="10800000">
              <a:off x="397450" y="-362125"/>
              <a:ext cx="0" cy="899700"/>
            </a:xfrm>
            <a:prstGeom prst="straightConnector1">
              <a:avLst/>
            </a:prstGeom>
            <a:noFill/>
            <a:ln cap="flat" cmpd="sng" w="19050">
              <a:solidFill>
                <a:schemeClr val="accent1"/>
              </a:solidFill>
              <a:prstDash val="dot"/>
              <a:round/>
              <a:headEnd len="med" w="med" type="none"/>
              <a:tailEnd len="med" w="med" type="none"/>
            </a:ln>
          </p:spPr>
        </p:cxn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TITLE_AND_BODY_1">
    <p:bg>
      <p:bgPr>
        <a:solidFill>
          <a:schemeClr val="accent1"/>
        </a:solidFill>
      </p:bgPr>
    </p:bg>
    <p:spTree>
      <p:nvGrpSpPr>
        <p:cNvPr id="96" name="Shape 96"/>
        <p:cNvGrpSpPr/>
        <p:nvPr/>
      </p:nvGrpSpPr>
      <p:grpSpPr>
        <a:xfrm>
          <a:off x="0" y="0"/>
          <a:ext cx="0" cy="0"/>
          <a:chOff x="0" y="0"/>
          <a:chExt cx="0" cy="0"/>
        </a:xfrm>
      </p:grpSpPr>
      <p:sp>
        <p:nvSpPr>
          <p:cNvPr id="97" name="Google Shape;97;p16"/>
          <p:cNvSpPr/>
          <p:nvPr/>
        </p:nvSpPr>
        <p:spPr>
          <a:xfrm>
            <a:off x="1589400" y="0"/>
            <a:ext cx="7079700" cy="5143500"/>
          </a:xfrm>
          <a:prstGeom prst="parallelogram">
            <a:avLst>
              <a:gd fmla="val 25000" name="adj"/>
            </a:avLst>
          </a:prstGeom>
          <a:solidFill>
            <a:schemeClr val="accent1"/>
          </a:solidFill>
          <a:ln>
            <a:noFill/>
          </a:ln>
          <a:effectLst>
            <a:outerShdw blurRad="71438" rotWithShape="0" algn="bl" dir="9720000" dist="85725">
              <a:srgbClr val="000000">
                <a:alpha val="2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6"/>
          <p:cNvSpPr txBox="1"/>
          <p:nvPr>
            <p:ph idx="1" type="subTitle"/>
          </p:nvPr>
        </p:nvSpPr>
        <p:spPr>
          <a:xfrm>
            <a:off x="2699400" y="1409257"/>
            <a:ext cx="3745200" cy="120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dk1"/>
                </a:solidFill>
              </a:defRPr>
            </a:lvl1pPr>
            <a:lvl2pPr lvl="1" rtl="0" algn="ctr">
              <a:lnSpc>
                <a:spcPct val="100000"/>
              </a:lnSpc>
              <a:spcBef>
                <a:spcPts val="0"/>
              </a:spcBef>
              <a:spcAft>
                <a:spcPts val="0"/>
              </a:spcAft>
              <a:buNone/>
              <a:defRPr sz="1400">
                <a:solidFill>
                  <a:schemeClr val="dk1"/>
                </a:solidFill>
              </a:defRPr>
            </a:lvl2pPr>
            <a:lvl3pPr lvl="2" rtl="0" algn="ctr">
              <a:lnSpc>
                <a:spcPct val="100000"/>
              </a:lnSpc>
              <a:spcBef>
                <a:spcPts val="0"/>
              </a:spcBef>
              <a:spcAft>
                <a:spcPts val="0"/>
              </a:spcAft>
              <a:buNone/>
              <a:defRPr sz="1400">
                <a:solidFill>
                  <a:schemeClr val="dk1"/>
                </a:solidFill>
              </a:defRPr>
            </a:lvl3pPr>
            <a:lvl4pPr lvl="3" rtl="0" algn="ctr">
              <a:lnSpc>
                <a:spcPct val="100000"/>
              </a:lnSpc>
              <a:spcBef>
                <a:spcPts val="0"/>
              </a:spcBef>
              <a:spcAft>
                <a:spcPts val="0"/>
              </a:spcAft>
              <a:buNone/>
              <a:defRPr sz="1400">
                <a:solidFill>
                  <a:schemeClr val="dk1"/>
                </a:solidFill>
              </a:defRPr>
            </a:lvl4pPr>
            <a:lvl5pPr lvl="4" rtl="0" algn="ctr">
              <a:lnSpc>
                <a:spcPct val="100000"/>
              </a:lnSpc>
              <a:spcBef>
                <a:spcPts val="0"/>
              </a:spcBef>
              <a:spcAft>
                <a:spcPts val="0"/>
              </a:spcAft>
              <a:buNone/>
              <a:defRPr sz="1400">
                <a:solidFill>
                  <a:schemeClr val="dk1"/>
                </a:solidFill>
              </a:defRPr>
            </a:lvl5pPr>
            <a:lvl6pPr lvl="5" rtl="0" algn="ctr">
              <a:lnSpc>
                <a:spcPct val="100000"/>
              </a:lnSpc>
              <a:spcBef>
                <a:spcPts val="0"/>
              </a:spcBef>
              <a:spcAft>
                <a:spcPts val="0"/>
              </a:spcAft>
              <a:buNone/>
              <a:defRPr sz="1400">
                <a:solidFill>
                  <a:schemeClr val="dk1"/>
                </a:solidFill>
              </a:defRPr>
            </a:lvl6pPr>
            <a:lvl7pPr lvl="6" rtl="0" algn="ctr">
              <a:lnSpc>
                <a:spcPct val="100000"/>
              </a:lnSpc>
              <a:spcBef>
                <a:spcPts val="0"/>
              </a:spcBef>
              <a:spcAft>
                <a:spcPts val="0"/>
              </a:spcAft>
              <a:buNone/>
              <a:defRPr sz="1400">
                <a:solidFill>
                  <a:schemeClr val="dk1"/>
                </a:solidFill>
              </a:defRPr>
            </a:lvl7pPr>
            <a:lvl8pPr lvl="7" rtl="0" algn="ctr">
              <a:lnSpc>
                <a:spcPct val="100000"/>
              </a:lnSpc>
              <a:spcBef>
                <a:spcPts val="0"/>
              </a:spcBef>
              <a:spcAft>
                <a:spcPts val="0"/>
              </a:spcAft>
              <a:buNone/>
              <a:defRPr sz="1400">
                <a:solidFill>
                  <a:schemeClr val="dk1"/>
                </a:solidFill>
              </a:defRPr>
            </a:lvl8pPr>
            <a:lvl9pPr lvl="8" rtl="0" algn="ctr">
              <a:lnSpc>
                <a:spcPct val="100000"/>
              </a:lnSpc>
              <a:spcBef>
                <a:spcPts val="0"/>
              </a:spcBef>
              <a:spcAft>
                <a:spcPts val="0"/>
              </a:spcAft>
              <a:buNone/>
              <a:defRPr sz="1400">
                <a:solidFill>
                  <a:schemeClr val="dk1"/>
                </a:solidFill>
              </a:defRPr>
            </a:lvl9pPr>
          </a:lstStyle>
          <a:p/>
        </p:txBody>
      </p:sp>
      <p:sp>
        <p:nvSpPr>
          <p:cNvPr id="99" name="Google Shape;99;p16"/>
          <p:cNvSpPr txBox="1"/>
          <p:nvPr>
            <p:ph type="title"/>
          </p:nvPr>
        </p:nvSpPr>
        <p:spPr>
          <a:xfrm>
            <a:off x="2699400" y="537213"/>
            <a:ext cx="3745200" cy="1202700"/>
          </a:xfrm>
          <a:prstGeom prst="rect">
            <a:avLst/>
          </a:prstGeom>
        </p:spPr>
        <p:txBody>
          <a:bodyPr anchorCtr="0" anchor="t" bIns="91425" lIns="91425" spcFirstLastPara="1" rIns="91425" wrap="square" tIns="91425">
            <a:noAutofit/>
          </a:bodyPr>
          <a:lstStyle>
            <a:lvl1pPr lvl="0" algn="ctr">
              <a:spcBef>
                <a:spcPts val="0"/>
              </a:spcBef>
              <a:spcAft>
                <a:spcPts val="0"/>
              </a:spcAft>
              <a:buSzPts val="5000"/>
              <a:buFont typeface="Montserrat"/>
              <a:buNone/>
              <a:defRPr b="1" sz="5500">
                <a:solidFill>
                  <a:schemeClr val="lt1"/>
                </a:solidFill>
                <a:latin typeface="Montserrat"/>
                <a:ea typeface="Montserrat"/>
                <a:cs typeface="Montserrat"/>
                <a:sym typeface="Montserrat"/>
              </a:defRPr>
            </a:lvl1pPr>
            <a:lvl2pPr lvl="1">
              <a:spcBef>
                <a:spcPts val="0"/>
              </a:spcBef>
              <a:spcAft>
                <a:spcPts val="0"/>
              </a:spcAft>
              <a:buSzPts val="5000"/>
              <a:buFont typeface="Montserrat"/>
              <a:buNone/>
              <a:defRPr b="1" sz="5000">
                <a:latin typeface="Montserrat"/>
                <a:ea typeface="Montserrat"/>
                <a:cs typeface="Montserrat"/>
                <a:sym typeface="Montserrat"/>
              </a:defRPr>
            </a:lvl2pPr>
            <a:lvl3pPr lvl="2">
              <a:spcBef>
                <a:spcPts val="0"/>
              </a:spcBef>
              <a:spcAft>
                <a:spcPts val="0"/>
              </a:spcAft>
              <a:buSzPts val="5000"/>
              <a:buFont typeface="Montserrat"/>
              <a:buNone/>
              <a:defRPr b="1" sz="5000">
                <a:latin typeface="Montserrat"/>
                <a:ea typeface="Montserrat"/>
                <a:cs typeface="Montserrat"/>
                <a:sym typeface="Montserrat"/>
              </a:defRPr>
            </a:lvl3pPr>
            <a:lvl4pPr lvl="3">
              <a:spcBef>
                <a:spcPts val="0"/>
              </a:spcBef>
              <a:spcAft>
                <a:spcPts val="0"/>
              </a:spcAft>
              <a:buSzPts val="5000"/>
              <a:buFont typeface="Montserrat"/>
              <a:buNone/>
              <a:defRPr b="1" sz="5000">
                <a:latin typeface="Montserrat"/>
                <a:ea typeface="Montserrat"/>
                <a:cs typeface="Montserrat"/>
                <a:sym typeface="Montserrat"/>
              </a:defRPr>
            </a:lvl4pPr>
            <a:lvl5pPr lvl="4">
              <a:spcBef>
                <a:spcPts val="0"/>
              </a:spcBef>
              <a:spcAft>
                <a:spcPts val="0"/>
              </a:spcAft>
              <a:buSzPts val="5000"/>
              <a:buFont typeface="Montserrat"/>
              <a:buNone/>
              <a:defRPr b="1" sz="5000">
                <a:latin typeface="Montserrat"/>
                <a:ea typeface="Montserrat"/>
                <a:cs typeface="Montserrat"/>
                <a:sym typeface="Montserrat"/>
              </a:defRPr>
            </a:lvl5pPr>
            <a:lvl6pPr lvl="5">
              <a:spcBef>
                <a:spcPts val="0"/>
              </a:spcBef>
              <a:spcAft>
                <a:spcPts val="0"/>
              </a:spcAft>
              <a:buSzPts val="5000"/>
              <a:buFont typeface="Montserrat"/>
              <a:buNone/>
              <a:defRPr b="1" sz="5000">
                <a:latin typeface="Montserrat"/>
                <a:ea typeface="Montserrat"/>
                <a:cs typeface="Montserrat"/>
                <a:sym typeface="Montserrat"/>
              </a:defRPr>
            </a:lvl6pPr>
            <a:lvl7pPr lvl="6">
              <a:spcBef>
                <a:spcPts val="0"/>
              </a:spcBef>
              <a:spcAft>
                <a:spcPts val="0"/>
              </a:spcAft>
              <a:buSzPts val="5000"/>
              <a:buFont typeface="Montserrat"/>
              <a:buNone/>
              <a:defRPr b="1" sz="5000">
                <a:latin typeface="Montserrat"/>
                <a:ea typeface="Montserrat"/>
                <a:cs typeface="Montserrat"/>
                <a:sym typeface="Montserrat"/>
              </a:defRPr>
            </a:lvl7pPr>
            <a:lvl8pPr lvl="7">
              <a:spcBef>
                <a:spcPts val="0"/>
              </a:spcBef>
              <a:spcAft>
                <a:spcPts val="0"/>
              </a:spcAft>
              <a:buSzPts val="5000"/>
              <a:buFont typeface="Montserrat"/>
              <a:buNone/>
              <a:defRPr b="1" sz="5000">
                <a:latin typeface="Montserrat"/>
                <a:ea typeface="Montserrat"/>
                <a:cs typeface="Montserrat"/>
                <a:sym typeface="Montserrat"/>
              </a:defRPr>
            </a:lvl8pPr>
            <a:lvl9pPr lvl="8">
              <a:spcBef>
                <a:spcPts val="0"/>
              </a:spcBef>
              <a:spcAft>
                <a:spcPts val="0"/>
              </a:spcAft>
              <a:buSzPts val="5000"/>
              <a:buFont typeface="Montserrat"/>
              <a:buNone/>
              <a:defRPr b="1" sz="5000">
                <a:latin typeface="Montserrat"/>
                <a:ea typeface="Montserrat"/>
                <a:cs typeface="Montserrat"/>
                <a:sym typeface="Montserrat"/>
              </a:defRPr>
            </a:lvl9pPr>
          </a:lstStyle>
          <a:p/>
        </p:txBody>
      </p:sp>
      <p:sp>
        <p:nvSpPr>
          <p:cNvPr id="100" name="Google Shape;100;p16"/>
          <p:cNvSpPr/>
          <p:nvPr/>
        </p:nvSpPr>
        <p:spPr>
          <a:xfrm>
            <a:off x="2030025" y="2744900"/>
            <a:ext cx="7273500" cy="627600"/>
          </a:xfrm>
          <a:prstGeom prst="parallelogram">
            <a:avLst>
              <a:gd fmla="val 25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txBox="1"/>
          <p:nvPr/>
        </p:nvSpPr>
        <p:spPr>
          <a:xfrm>
            <a:off x="2711400" y="3442828"/>
            <a:ext cx="3721200" cy="6798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fr" sz="1000">
                <a:solidFill>
                  <a:schemeClr val="lt1"/>
                </a:solidFill>
                <a:latin typeface="Raleway"/>
                <a:ea typeface="Raleway"/>
                <a:cs typeface="Raleway"/>
                <a:sym typeface="Raleway"/>
              </a:rPr>
              <a:t>CRÉDITS: Ce modèle de présentation a été créé par </a:t>
            </a:r>
            <a:r>
              <a:rPr lang="fr" sz="1000">
                <a:solidFill>
                  <a:schemeClr val="lt1"/>
                </a:solidFill>
                <a:uFill>
                  <a:noFill/>
                </a:uFill>
                <a:latin typeface="Raleway"/>
                <a:ea typeface="Raleway"/>
                <a:cs typeface="Raleway"/>
                <a:sym typeface="Raleway"/>
                <a:hlinkClick r:id="rId2">
                  <a:extLst>
                    <a:ext uri="{A12FA001-AC4F-418D-AE19-62706E023703}">
                      <ahyp:hlinkClr val="tx"/>
                    </a:ext>
                  </a:extLst>
                </a:hlinkClick>
              </a:rPr>
              <a:t>Slidesgo</a:t>
            </a:r>
            <a:r>
              <a:rPr lang="fr" sz="1000">
                <a:solidFill>
                  <a:schemeClr val="lt1"/>
                </a:solidFill>
                <a:latin typeface="Raleway"/>
                <a:ea typeface="Raleway"/>
                <a:cs typeface="Raleway"/>
                <a:sym typeface="Raleway"/>
              </a:rPr>
              <a:t>, comprenant des icônes de </a:t>
            </a:r>
            <a:r>
              <a:rPr lang="fr" sz="1000">
                <a:solidFill>
                  <a:schemeClr val="lt1"/>
                </a:solidFill>
                <a:uFill>
                  <a:noFill/>
                </a:uFill>
                <a:latin typeface="Raleway"/>
                <a:ea typeface="Raleway"/>
                <a:cs typeface="Raleway"/>
                <a:sym typeface="Raleway"/>
                <a:hlinkClick r:id="rId3">
                  <a:extLst>
                    <a:ext uri="{A12FA001-AC4F-418D-AE19-62706E023703}">
                      <ahyp:hlinkClr val="tx"/>
                    </a:ext>
                  </a:extLst>
                </a:hlinkClick>
              </a:rPr>
              <a:t>Flaticon</a:t>
            </a:r>
            <a:r>
              <a:rPr lang="fr" sz="1000">
                <a:solidFill>
                  <a:schemeClr val="lt1"/>
                </a:solidFill>
                <a:latin typeface="Raleway"/>
                <a:ea typeface="Raleway"/>
                <a:cs typeface="Raleway"/>
                <a:sym typeface="Raleway"/>
              </a:rPr>
              <a:t>, des infographies et des images de </a:t>
            </a:r>
            <a:r>
              <a:rPr lang="fr" sz="1000">
                <a:solidFill>
                  <a:schemeClr val="lt1"/>
                </a:solidFill>
                <a:uFill>
                  <a:noFill/>
                </a:uFill>
                <a:latin typeface="Raleway"/>
                <a:ea typeface="Raleway"/>
                <a:cs typeface="Raleway"/>
                <a:sym typeface="Raleway"/>
                <a:hlinkClick r:id="rId4">
                  <a:extLst>
                    <a:ext uri="{A12FA001-AC4F-418D-AE19-62706E023703}">
                      <ahyp:hlinkClr val="tx"/>
                    </a:ext>
                  </a:extLst>
                </a:hlinkClick>
              </a:rPr>
              <a:t>Freepik</a:t>
            </a:r>
            <a:endParaRPr sz="1000">
              <a:solidFill>
                <a:schemeClr val="lt1"/>
              </a:solidFill>
              <a:latin typeface="Raleway"/>
              <a:ea typeface="Raleway"/>
              <a:cs typeface="Raleway"/>
              <a:sym typeface="Raleway"/>
            </a:endParaRPr>
          </a:p>
        </p:txBody>
      </p:sp>
    </p:spTree>
  </p:cSld>
  <p:clrMapOvr>
    <a:masterClrMapping/>
  </p:clrMapOvr>
  <p:extLst>
    <p:ext uri="{DCECCB84-F9BA-43D5-87BE-67443E8EF086}">
      <p15:sldGuideLst>
        <p15:guide id="1" pos="1386">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BODY_3">
    <p:spTree>
      <p:nvGrpSpPr>
        <p:cNvPr id="102" name="Shape 102"/>
        <p:cNvGrpSpPr/>
        <p:nvPr/>
      </p:nvGrpSpPr>
      <p:grpSpPr>
        <a:xfrm>
          <a:off x="0" y="0"/>
          <a:ext cx="0" cy="0"/>
          <a:chOff x="0" y="0"/>
          <a:chExt cx="0" cy="0"/>
        </a:xfrm>
      </p:grpSpPr>
      <p:sp>
        <p:nvSpPr>
          <p:cNvPr id="103" name="Google Shape;103;p17"/>
          <p:cNvSpPr txBox="1"/>
          <p:nvPr>
            <p:ph type="title"/>
          </p:nvPr>
        </p:nvSpPr>
        <p:spPr>
          <a:xfrm>
            <a:off x="713250" y="539500"/>
            <a:ext cx="7717500" cy="5727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b="1">
                <a:solidFill>
                  <a:schemeClr val="accent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4" name="Google Shape;104;p17"/>
          <p:cNvSpPr txBox="1"/>
          <p:nvPr>
            <p:ph idx="1" type="body"/>
          </p:nvPr>
        </p:nvSpPr>
        <p:spPr>
          <a:xfrm>
            <a:off x="713250" y="1225300"/>
            <a:ext cx="3858600" cy="3383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Font typeface="Montserrat"/>
              <a:buChar char="●"/>
              <a:defRPr sz="1400"/>
            </a:lvl1pPr>
            <a:lvl2pPr indent="-304800" lvl="1" marL="914400" rtl="0">
              <a:spcBef>
                <a:spcPts val="0"/>
              </a:spcBef>
              <a:spcAft>
                <a:spcPts val="0"/>
              </a:spcAft>
              <a:buClr>
                <a:srgbClr val="434343"/>
              </a:buClr>
              <a:buSzPts val="1200"/>
              <a:buFont typeface="Roboto Condensed Light"/>
              <a:buChar char="○"/>
              <a:defRPr/>
            </a:lvl2pPr>
            <a:lvl3pPr indent="-304800" lvl="2" marL="1371600" rtl="0">
              <a:spcBef>
                <a:spcPts val="0"/>
              </a:spcBef>
              <a:spcAft>
                <a:spcPts val="0"/>
              </a:spcAft>
              <a:buClr>
                <a:srgbClr val="434343"/>
              </a:buClr>
              <a:buSzPts val="1200"/>
              <a:buFont typeface="Roboto Condensed Light"/>
              <a:buChar char="■"/>
              <a:defRPr/>
            </a:lvl3pPr>
            <a:lvl4pPr indent="-304800" lvl="3" marL="1828800" rtl="0">
              <a:spcBef>
                <a:spcPts val="0"/>
              </a:spcBef>
              <a:spcAft>
                <a:spcPts val="0"/>
              </a:spcAft>
              <a:buClr>
                <a:srgbClr val="434343"/>
              </a:buClr>
              <a:buSzPts val="1200"/>
              <a:buFont typeface="Roboto Condensed Light"/>
              <a:buChar char="●"/>
              <a:defRPr/>
            </a:lvl4pPr>
            <a:lvl5pPr indent="-304800" lvl="4" marL="2286000" rtl="0">
              <a:spcBef>
                <a:spcPts val="0"/>
              </a:spcBef>
              <a:spcAft>
                <a:spcPts val="0"/>
              </a:spcAft>
              <a:buClr>
                <a:srgbClr val="434343"/>
              </a:buClr>
              <a:buSzPts val="1200"/>
              <a:buFont typeface="Roboto Condensed Light"/>
              <a:buChar char="○"/>
              <a:defRPr/>
            </a:lvl5pPr>
            <a:lvl6pPr indent="-304800" lvl="5" marL="2743200" rtl="0">
              <a:spcBef>
                <a:spcPts val="0"/>
              </a:spcBef>
              <a:spcAft>
                <a:spcPts val="0"/>
              </a:spcAft>
              <a:buClr>
                <a:srgbClr val="434343"/>
              </a:buClr>
              <a:buSzPts val="1200"/>
              <a:buFont typeface="Roboto Condensed Light"/>
              <a:buChar char="■"/>
              <a:defRPr/>
            </a:lvl6pPr>
            <a:lvl7pPr indent="-304800" lvl="6" marL="3200400" rtl="0">
              <a:spcBef>
                <a:spcPts val="0"/>
              </a:spcBef>
              <a:spcAft>
                <a:spcPts val="0"/>
              </a:spcAft>
              <a:buClr>
                <a:srgbClr val="434343"/>
              </a:buClr>
              <a:buSzPts val="1200"/>
              <a:buFont typeface="Roboto Condensed Light"/>
              <a:buChar char="●"/>
              <a:defRPr/>
            </a:lvl7pPr>
            <a:lvl8pPr indent="-304800" lvl="7" marL="3657600" rtl="0">
              <a:spcBef>
                <a:spcPts val="0"/>
              </a:spcBef>
              <a:spcAft>
                <a:spcPts val="0"/>
              </a:spcAft>
              <a:buClr>
                <a:srgbClr val="434343"/>
              </a:buClr>
              <a:buSzPts val="1200"/>
              <a:buFont typeface="Roboto Condensed Light"/>
              <a:buChar char="○"/>
              <a:defRPr/>
            </a:lvl8pPr>
            <a:lvl9pPr indent="-304800" lvl="8" marL="4114800" rtl="0">
              <a:spcBef>
                <a:spcPts val="0"/>
              </a:spcBef>
              <a:spcAft>
                <a:spcPts val="0"/>
              </a:spcAft>
              <a:buClr>
                <a:srgbClr val="434343"/>
              </a:buClr>
              <a:buSzPts val="1200"/>
              <a:buFont typeface="Roboto Condensed Light"/>
              <a:buChar char="■"/>
              <a:defRPr/>
            </a:lvl9pPr>
          </a:lstStyle>
          <a:p/>
        </p:txBody>
      </p:sp>
      <p:sp>
        <p:nvSpPr>
          <p:cNvPr id="105" name="Google Shape;105;p17"/>
          <p:cNvSpPr txBox="1"/>
          <p:nvPr>
            <p:ph idx="2" type="body"/>
          </p:nvPr>
        </p:nvSpPr>
        <p:spPr>
          <a:xfrm>
            <a:off x="4572000" y="1225300"/>
            <a:ext cx="3858600" cy="3383400"/>
          </a:xfrm>
          <a:prstGeom prst="rect">
            <a:avLst/>
          </a:prstGeom>
        </p:spPr>
        <p:txBody>
          <a:bodyPr anchorCtr="0" anchor="t" bIns="91425" lIns="91425" spcFirstLastPara="1" rIns="91425" wrap="square" tIns="91425">
            <a:noAutofit/>
          </a:bodyPr>
          <a:lstStyle>
            <a:lvl1pPr indent="-304800" lvl="0" marL="457200" marR="50800" rtl="0">
              <a:spcBef>
                <a:spcPts val="0"/>
              </a:spcBef>
              <a:spcAft>
                <a:spcPts val="0"/>
              </a:spcAft>
              <a:buClr>
                <a:srgbClr val="434343"/>
              </a:buClr>
              <a:buSzPts val="1200"/>
              <a:buFont typeface="Montserrat"/>
              <a:buChar char="●"/>
              <a:defRPr sz="1400"/>
            </a:lvl1pPr>
            <a:lvl2pPr indent="-304800" lvl="1" marL="914400" rtl="0">
              <a:spcBef>
                <a:spcPts val="0"/>
              </a:spcBef>
              <a:spcAft>
                <a:spcPts val="0"/>
              </a:spcAft>
              <a:buClr>
                <a:srgbClr val="434343"/>
              </a:buClr>
              <a:buSzPts val="1200"/>
              <a:buFont typeface="Roboto Condensed Light"/>
              <a:buChar char="○"/>
              <a:defRPr/>
            </a:lvl2pPr>
            <a:lvl3pPr indent="-304800" lvl="2" marL="1371600" rtl="0">
              <a:spcBef>
                <a:spcPts val="0"/>
              </a:spcBef>
              <a:spcAft>
                <a:spcPts val="0"/>
              </a:spcAft>
              <a:buClr>
                <a:srgbClr val="434343"/>
              </a:buClr>
              <a:buSzPts val="1200"/>
              <a:buFont typeface="Roboto Condensed Light"/>
              <a:buChar char="■"/>
              <a:defRPr/>
            </a:lvl3pPr>
            <a:lvl4pPr indent="-304800" lvl="3" marL="1828800" rtl="0">
              <a:spcBef>
                <a:spcPts val="0"/>
              </a:spcBef>
              <a:spcAft>
                <a:spcPts val="0"/>
              </a:spcAft>
              <a:buClr>
                <a:srgbClr val="434343"/>
              </a:buClr>
              <a:buSzPts val="1200"/>
              <a:buFont typeface="Roboto Condensed Light"/>
              <a:buChar char="●"/>
              <a:defRPr/>
            </a:lvl4pPr>
            <a:lvl5pPr indent="-304800" lvl="4" marL="2286000" rtl="0">
              <a:spcBef>
                <a:spcPts val="0"/>
              </a:spcBef>
              <a:spcAft>
                <a:spcPts val="0"/>
              </a:spcAft>
              <a:buClr>
                <a:srgbClr val="434343"/>
              </a:buClr>
              <a:buSzPts val="1200"/>
              <a:buFont typeface="Roboto Condensed Light"/>
              <a:buChar char="○"/>
              <a:defRPr/>
            </a:lvl5pPr>
            <a:lvl6pPr indent="-304800" lvl="5" marL="2743200" rtl="0">
              <a:spcBef>
                <a:spcPts val="0"/>
              </a:spcBef>
              <a:spcAft>
                <a:spcPts val="0"/>
              </a:spcAft>
              <a:buClr>
                <a:srgbClr val="434343"/>
              </a:buClr>
              <a:buSzPts val="1200"/>
              <a:buFont typeface="Roboto Condensed Light"/>
              <a:buChar char="■"/>
              <a:defRPr/>
            </a:lvl6pPr>
            <a:lvl7pPr indent="-304800" lvl="6" marL="3200400" rtl="0">
              <a:spcBef>
                <a:spcPts val="0"/>
              </a:spcBef>
              <a:spcAft>
                <a:spcPts val="0"/>
              </a:spcAft>
              <a:buClr>
                <a:srgbClr val="434343"/>
              </a:buClr>
              <a:buSzPts val="1200"/>
              <a:buFont typeface="Roboto Condensed Light"/>
              <a:buChar char="●"/>
              <a:defRPr/>
            </a:lvl7pPr>
            <a:lvl8pPr indent="-304800" lvl="7" marL="3657600" rtl="0">
              <a:spcBef>
                <a:spcPts val="0"/>
              </a:spcBef>
              <a:spcAft>
                <a:spcPts val="0"/>
              </a:spcAft>
              <a:buClr>
                <a:srgbClr val="434343"/>
              </a:buClr>
              <a:buSzPts val="1200"/>
              <a:buFont typeface="Roboto Condensed Light"/>
              <a:buChar char="○"/>
              <a:defRPr/>
            </a:lvl8pPr>
            <a:lvl9pPr indent="-304800" lvl="8" marL="4114800" rtl="0">
              <a:spcBef>
                <a:spcPts val="0"/>
              </a:spcBef>
              <a:spcAft>
                <a:spcPts val="0"/>
              </a:spcAft>
              <a:buClr>
                <a:srgbClr val="434343"/>
              </a:buClr>
              <a:buSzPts val="1200"/>
              <a:buFont typeface="Roboto Condensed Light"/>
              <a:buChar char="■"/>
              <a:defRPr/>
            </a:lvl9pPr>
          </a:lstStyle>
          <a:p/>
        </p:txBody>
      </p:sp>
      <p:grpSp>
        <p:nvGrpSpPr>
          <p:cNvPr id="106" name="Google Shape;106;p17"/>
          <p:cNvGrpSpPr/>
          <p:nvPr/>
        </p:nvGrpSpPr>
        <p:grpSpPr>
          <a:xfrm>
            <a:off x="8817925" y="0"/>
            <a:ext cx="0" cy="5521200"/>
            <a:chOff x="397450" y="-362125"/>
            <a:chExt cx="0" cy="5521200"/>
          </a:xfrm>
        </p:grpSpPr>
        <p:cxnSp>
          <p:nvCxnSpPr>
            <p:cNvPr id="107" name="Google Shape;107;p17"/>
            <p:cNvCxnSpPr/>
            <p:nvPr/>
          </p:nvCxnSpPr>
          <p:spPr>
            <a:xfrm rot="10800000">
              <a:off x="397450" y="537575"/>
              <a:ext cx="0" cy="4621500"/>
            </a:xfrm>
            <a:prstGeom prst="straightConnector1">
              <a:avLst/>
            </a:prstGeom>
            <a:noFill/>
            <a:ln cap="flat" cmpd="sng" w="19050">
              <a:solidFill>
                <a:schemeClr val="accent1"/>
              </a:solidFill>
              <a:prstDash val="solid"/>
              <a:round/>
              <a:headEnd len="med" w="med" type="none"/>
              <a:tailEnd len="med" w="med" type="none"/>
            </a:ln>
          </p:spPr>
        </p:cxnSp>
        <p:cxnSp>
          <p:nvCxnSpPr>
            <p:cNvPr id="108" name="Google Shape;108;p17"/>
            <p:cNvCxnSpPr/>
            <p:nvPr/>
          </p:nvCxnSpPr>
          <p:spPr>
            <a:xfrm rot="10800000">
              <a:off x="397450" y="-362125"/>
              <a:ext cx="0" cy="899700"/>
            </a:xfrm>
            <a:prstGeom prst="straightConnector1">
              <a:avLst/>
            </a:prstGeom>
            <a:noFill/>
            <a:ln cap="flat" cmpd="sng" w="19050">
              <a:solidFill>
                <a:schemeClr val="accent1"/>
              </a:solidFill>
              <a:prstDash val="dot"/>
              <a:round/>
              <a:headEnd len="med" w="med" type="none"/>
              <a:tailEnd len="med" w="med" type="none"/>
            </a:ln>
          </p:spPr>
        </p:cxn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ONE_COLUMN_TEXT_1">
    <p:spTree>
      <p:nvGrpSpPr>
        <p:cNvPr id="109" name="Shape 109"/>
        <p:cNvGrpSpPr/>
        <p:nvPr/>
      </p:nvGrpSpPr>
      <p:grpSpPr>
        <a:xfrm>
          <a:off x="0" y="0"/>
          <a:ext cx="0" cy="0"/>
          <a:chOff x="0" y="0"/>
          <a:chExt cx="0" cy="0"/>
        </a:xfrm>
      </p:grpSpPr>
      <p:sp>
        <p:nvSpPr>
          <p:cNvPr id="110" name="Google Shape;110;p18"/>
          <p:cNvSpPr txBox="1"/>
          <p:nvPr>
            <p:ph type="title"/>
          </p:nvPr>
        </p:nvSpPr>
        <p:spPr>
          <a:xfrm>
            <a:off x="713225" y="1051325"/>
            <a:ext cx="3858900" cy="1832100"/>
          </a:xfrm>
          <a:prstGeom prst="rect">
            <a:avLst/>
          </a:prstGeom>
        </p:spPr>
        <p:txBody>
          <a:bodyPr anchorCtr="0" anchor="ctr" bIns="91425" lIns="91425" spcFirstLastPara="1" rIns="91425" wrap="square" tIns="91425">
            <a:noAutofit/>
          </a:bodyPr>
          <a:lstStyle>
            <a:lvl1pPr lvl="0" rtl="0">
              <a:spcBef>
                <a:spcPts val="0"/>
              </a:spcBef>
              <a:spcAft>
                <a:spcPts val="0"/>
              </a:spcAft>
              <a:buSzPts val="2400"/>
              <a:buNone/>
              <a:defRPr b="1">
                <a:latin typeface="Montserrat"/>
                <a:ea typeface="Montserrat"/>
                <a:cs typeface="Montserrat"/>
                <a:sym typeface="Montserrat"/>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11" name="Google Shape;111;p18"/>
          <p:cNvSpPr txBox="1"/>
          <p:nvPr>
            <p:ph idx="1" type="body"/>
          </p:nvPr>
        </p:nvSpPr>
        <p:spPr>
          <a:xfrm>
            <a:off x="713225" y="2988875"/>
            <a:ext cx="3858900" cy="1008600"/>
          </a:xfrm>
          <a:prstGeom prst="rect">
            <a:avLst/>
          </a:prstGeom>
        </p:spPr>
        <p:txBody>
          <a:bodyPr anchorCtr="0" anchor="ctr" bIns="91425" lIns="91425" spcFirstLastPara="1" rIns="91425" wrap="square" tIns="91425">
            <a:noAutofit/>
          </a:bodyPr>
          <a:lstStyle>
            <a:lvl1pPr indent="-292100" lvl="0" marL="457200" rtl="0">
              <a:spcBef>
                <a:spcPts val="0"/>
              </a:spcBef>
              <a:spcAft>
                <a:spcPts val="0"/>
              </a:spcAft>
              <a:buClr>
                <a:schemeClr val="accent1"/>
              </a:buClr>
              <a:buSzPts val="1000"/>
              <a:buFont typeface="Anaheim"/>
              <a:buChar char="●"/>
              <a:defRPr sz="1400"/>
            </a:lvl1pPr>
            <a:lvl2pPr indent="-317500" lvl="1" marL="914400" rtl="0">
              <a:spcBef>
                <a:spcPts val="0"/>
              </a:spcBef>
              <a:spcAft>
                <a:spcPts val="0"/>
              </a:spcAft>
              <a:buClr>
                <a:srgbClr val="595959"/>
              </a:buClr>
              <a:buSzPts val="1400"/>
              <a:buFont typeface="Anaheim"/>
              <a:buChar char="○"/>
              <a:defRPr sz="1200"/>
            </a:lvl2pPr>
            <a:lvl3pPr indent="-317500" lvl="2" marL="1371600" rtl="0">
              <a:spcBef>
                <a:spcPts val="0"/>
              </a:spcBef>
              <a:spcAft>
                <a:spcPts val="0"/>
              </a:spcAft>
              <a:buClr>
                <a:srgbClr val="595959"/>
              </a:buClr>
              <a:buSzPts val="1400"/>
              <a:buFont typeface="Anaheim"/>
              <a:buChar char="■"/>
              <a:defRPr sz="1200"/>
            </a:lvl3pPr>
            <a:lvl4pPr indent="-317500" lvl="3" marL="1828800" rtl="0">
              <a:spcBef>
                <a:spcPts val="0"/>
              </a:spcBef>
              <a:spcAft>
                <a:spcPts val="0"/>
              </a:spcAft>
              <a:buClr>
                <a:srgbClr val="595959"/>
              </a:buClr>
              <a:buSzPts val="1400"/>
              <a:buFont typeface="Anaheim"/>
              <a:buChar char="●"/>
              <a:defRPr sz="1200"/>
            </a:lvl4pPr>
            <a:lvl5pPr indent="-317500" lvl="4" marL="2286000" rtl="0">
              <a:spcBef>
                <a:spcPts val="0"/>
              </a:spcBef>
              <a:spcAft>
                <a:spcPts val="0"/>
              </a:spcAft>
              <a:buClr>
                <a:srgbClr val="595959"/>
              </a:buClr>
              <a:buSzPts val="1400"/>
              <a:buFont typeface="Anaheim"/>
              <a:buChar char="○"/>
              <a:defRPr sz="1200"/>
            </a:lvl5pPr>
            <a:lvl6pPr indent="-317500" lvl="5" marL="2743200" rtl="0">
              <a:spcBef>
                <a:spcPts val="0"/>
              </a:spcBef>
              <a:spcAft>
                <a:spcPts val="0"/>
              </a:spcAft>
              <a:buClr>
                <a:srgbClr val="595959"/>
              </a:buClr>
              <a:buSzPts val="1400"/>
              <a:buFont typeface="Anaheim"/>
              <a:buChar char="■"/>
              <a:defRPr sz="1200"/>
            </a:lvl6pPr>
            <a:lvl7pPr indent="-317500" lvl="6" marL="3200400" rtl="0">
              <a:spcBef>
                <a:spcPts val="0"/>
              </a:spcBef>
              <a:spcAft>
                <a:spcPts val="0"/>
              </a:spcAft>
              <a:buClr>
                <a:srgbClr val="595959"/>
              </a:buClr>
              <a:buSzPts val="1400"/>
              <a:buFont typeface="Anaheim"/>
              <a:buChar char="●"/>
              <a:defRPr sz="1200"/>
            </a:lvl7pPr>
            <a:lvl8pPr indent="-317500" lvl="7" marL="3657600" rtl="0">
              <a:spcBef>
                <a:spcPts val="0"/>
              </a:spcBef>
              <a:spcAft>
                <a:spcPts val="0"/>
              </a:spcAft>
              <a:buClr>
                <a:srgbClr val="595959"/>
              </a:buClr>
              <a:buSzPts val="1400"/>
              <a:buFont typeface="Anaheim"/>
              <a:buChar char="○"/>
              <a:defRPr sz="1200"/>
            </a:lvl8pPr>
            <a:lvl9pPr indent="-317500" lvl="8" marL="4114800" rtl="0">
              <a:spcBef>
                <a:spcPts val="0"/>
              </a:spcBef>
              <a:spcAft>
                <a:spcPts val="0"/>
              </a:spcAft>
              <a:buClr>
                <a:srgbClr val="595959"/>
              </a:buClr>
              <a:buSzPts val="1400"/>
              <a:buFont typeface="Anaheim"/>
              <a:buChar char="■"/>
              <a:defRPr sz="12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1_1">
    <p:spTree>
      <p:nvGrpSpPr>
        <p:cNvPr id="112" name="Shape 112"/>
        <p:cNvGrpSpPr/>
        <p:nvPr/>
      </p:nvGrpSpPr>
      <p:grpSpPr>
        <a:xfrm>
          <a:off x="0" y="0"/>
          <a:ext cx="0" cy="0"/>
          <a:chOff x="0" y="0"/>
          <a:chExt cx="0" cy="0"/>
        </a:xfrm>
      </p:grpSpPr>
      <p:sp>
        <p:nvSpPr>
          <p:cNvPr id="113" name="Google Shape;113;p19"/>
          <p:cNvSpPr/>
          <p:nvPr/>
        </p:nvSpPr>
        <p:spPr>
          <a:xfrm>
            <a:off x="4566000" y="-30800"/>
            <a:ext cx="4658400" cy="5225400"/>
          </a:xfrm>
          <a:prstGeom prst="rect">
            <a:avLst/>
          </a:prstGeom>
          <a:solidFill>
            <a:schemeClr val="accent1"/>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9"/>
          <p:cNvSpPr txBox="1"/>
          <p:nvPr>
            <p:ph type="title"/>
          </p:nvPr>
        </p:nvSpPr>
        <p:spPr>
          <a:xfrm>
            <a:off x="713100" y="539500"/>
            <a:ext cx="3852900" cy="555900"/>
          </a:xfrm>
          <a:prstGeom prst="rect">
            <a:avLst/>
          </a:prstGeom>
        </p:spPr>
        <p:txBody>
          <a:bodyPr anchorCtr="0" anchor="ctr" bIns="91425" lIns="91425" spcFirstLastPara="1" rIns="91425" wrap="square" tIns="91425">
            <a:noAutofit/>
          </a:bodyPr>
          <a:lstStyle>
            <a:lvl1pPr lvl="0" rtl="0">
              <a:spcBef>
                <a:spcPts val="0"/>
              </a:spcBef>
              <a:spcAft>
                <a:spcPts val="0"/>
              </a:spcAft>
              <a:buNone/>
              <a:defRPr b="1">
                <a:solidFill>
                  <a:schemeClr val="accent2"/>
                </a:solidFill>
                <a:latin typeface="Montserrat"/>
                <a:ea typeface="Montserrat"/>
                <a:cs typeface="Montserrat"/>
                <a:sym typeface="Montserrat"/>
              </a:defRPr>
            </a:lvl1pPr>
            <a:lvl2pPr lvl="1" rtl="0">
              <a:spcBef>
                <a:spcPts val="0"/>
              </a:spcBef>
              <a:spcAft>
                <a:spcPts val="0"/>
              </a:spcAft>
              <a:buNone/>
              <a:defRPr b="1">
                <a:solidFill>
                  <a:schemeClr val="accent2"/>
                </a:solidFill>
                <a:latin typeface="Montserrat"/>
                <a:ea typeface="Montserrat"/>
                <a:cs typeface="Montserrat"/>
                <a:sym typeface="Montserrat"/>
              </a:defRPr>
            </a:lvl2pPr>
            <a:lvl3pPr lvl="2" rtl="0">
              <a:spcBef>
                <a:spcPts val="0"/>
              </a:spcBef>
              <a:spcAft>
                <a:spcPts val="0"/>
              </a:spcAft>
              <a:buNone/>
              <a:defRPr b="1">
                <a:solidFill>
                  <a:schemeClr val="accent2"/>
                </a:solidFill>
                <a:latin typeface="Montserrat"/>
                <a:ea typeface="Montserrat"/>
                <a:cs typeface="Montserrat"/>
                <a:sym typeface="Montserrat"/>
              </a:defRPr>
            </a:lvl3pPr>
            <a:lvl4pPr lvl="3" rtl="0">
              <a:spcBef>
                <a:spcPts val="0"/>
              </a:spcBef>
              <a:spcAft>
                <a:spcPts val="0"/>
              </a:spcAft>
              <a:buNone/>
              <a:defRPr b="1">
                <a:solidFill>
                  <a:schemeClr val="accent2"/>
                </a:solidFill>
                <a:latin typeface="Montserrat"/>
                <a:ea typeface="Montserrat"/>
                <a:cs typeface="Montserrat"/>
                <a:sym typeface="Montserrat"/>
              </a:defRPr>
            </a:lvl4pPr>
            <a:lvl5pPr lvl="4" rtl="0">
              <a:spcBef>
                <a:spcPts val="0"/>
              </a:spcBef>
              <a:spcAft>
                <a:spcPts val="0"/>
              </a:spcAft>
              <a:buNone/>
              <a:defRPr b="1">
                <a:solidFill>
                  <a:schemeClr val="accent2"/>
                </a:solidFill>
                <a:latin typeface="Montserrat"/>
                <a:ea typeface="Montserrat"/>
                <a:cs typeface="Montserrat"/>
                <a:sym typeface="Montserrat"/>
              </a:defRPr>
            </a:lvl5pPr>
            <a:lvl6pPr lvl="5" rtl="0">
              <a:spcBef>
                <a:spcPts val="0"/>
              </a:spcBef>
              <a:spcAft>
                <a:spcPts val="0"/>
              </a:spcAft>
              <a:buNone/>
              <a:defRPr b="1">
                <a:solidFill>
                  <a:schemeClr val="accent2"/>
                </a:solidFill>
                <a:latin typeface="Montserrat"/>
                <a:ea typeface="Montserrat"/>
                <a:cs typeface="Montserrat"/>
                <a:sym typeface="Montserrat"/>
              </a:defRPr>
            </a:lvl6pPr>
            <a:lvl7pPr lvl="6" rtl="0">
              <a:spcBef>
                <a:spcPts val="0"/>
              </a:spcBef>
              <a:spcAft>
                <a:spcPts val="0"/>
              </a:spcAft>
              <a:buNone/>
              <a:defRPr b="1">
                <a:solidFill>
                  <a:schemeClr val="accent2"/>
                </a:solidFill>
                <a:latin typeface="Montserrat"/>
                <a:ea typeface="Montserrat"/>
                <a:cs typeface="Montserrat"/>
                <a:sym typeface="Montserrat"/>
              </a:defRPr>
            </a:lvl7pPr>
            <a:lvl8pPr lvl="7" rtl="0">
              <a:spcBef>
                <a:spcPts val="0"/>
              </a:spcBef>
              <a:spcAft>
                <a:spcPts val="0"/>
              </a:spcAft>
              <a:buNone/>
              <a:defRPr b="1">
                <a:solidFill>
                  <a:schemeClr val="accent2"/>
                </a:solidFill>
                <a:latin typeface="Montserrat"/>
                <a:ea typeface="Montserrat"/>
                <a:cs typeface="Montserrat"/>
                <a:sym typeface="Montserrat"/>
              </a:defRPr>
            </a:lvl8pPr>
            <a:lvl9pPr lvl="8" rtl="0">
              <a:spcBef>
                <a:spcPts val="0"/>
              </a:spcBef>
              <a:spcAft>
                <a:spcPts val="0"/>
              </a:spcAft>
              <a:buNone/>
              <a:defRPr b="1">
                <a:solidFill>
                  <a:schemeClr val="accent2"/>
                </a:solidFill>
                <a:latin typeface="Montserrat"/>
                <a:ea typeface="Montserrat"/>
                <a:cs typeface="Montserrat"/>
                <a:sym typeface="Montserrat"/>
              </a:defRPr>
            </a:lvl9pPr>
          </a:lstStyle>
          <a:p/>
        </p:txBody>
      </p:sp>
      <p:sp>
        <p:nvSpPr>
          <p:cNvPr id="115" name="Google Shape;115;p19"/>
          <p:cNvSpPr txBox="1"/>
          <p:nvPr>
            <p:ph idx="1" type="subTitle"/>
          </p:nvPr>
        </p:nvSpPr>
        <p:spPr>
          <a:xfrm>
            <a:off x="1720550" y="3316225"/>
            <a:ext cx="25584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latin typeface="Montserrat SemiBold"/>
                <a:ea typeface="Montserrat SemiBold"/>
                <a:cs typeface="Montserrat SemiBold"/>
                <a:sym typeface="Montserrat SemiBold"/>
              </a:defRPr>
            </a:lvl1pPr>
            <a:lvl2pPr lvl="1" rtl="0">
              <a:lnSpc>
                <a:spcPct val="100000"/>
              </a:lnSpc>
              <a:spcBef>
                <a:spcPts val="0"/>
              </a:spcBef>
              <a:spcAft>
                <a:spcPts val="0"/>
              </a:spcAft>
              <a:buNone/>
              <a:defRPr>
                <a:latin typeface="Montserrat SemiBold"/>
                <a:ea typeface="Montserrat SemiBold"/>
                <a:cs typeface="Montserrat SemiBold"/>
                <a:sym typeface="Montserrat SemiBold"/>
              </a:defRPr>
            </a:lvl2pPr>
            <a:lvl3pPr lvl="2" rtl="0">
              <a:lnSpc>
                <a:spcPct val="100000"/>
              </a:lnSpc>
              <a:spcBef>
                <a:spcPts val="0"/>
              </a:spcBef>
              <a:spcAft>
                <a:spcPts val="0"/>
              </a:spcAft>
              <a:buNone/>
              <a:defRPr>
                <a:latin typeface="Montserrat SemiBold"/>
                <a:ea typeface="Montserrat SemiBold"/>
                <a:cs typeface="Montserrat SemiBold"/>
                <a:sym typeface="Montserrat SemiBold"/>
              </a:defRPr>
            </a:lvl3pPr>
            <a:lvl4pPr lvl="3" rtl="0">
              <a:lnSpc>
                <a:spcPct val="100000"/>
              </a:lnSpc>
              <a:spcBef>
                <a:spcPts val="0"/>
              </a:spcBef>
              <a:spcAft>
                <a:spcPts val="0"/>
              </a:spcAft>
              <a:buNone/>
              <a:defRPr>
                <a:latin typeface="Montserrat SemiBold"/>
                <a:ea typeface="Montserrat SemiBold"/>
                <a:cs typeface="Montserrat SemiBold"/>
                <a:sym typeface="Montserrat SemiBold"/>
              </a:defRPr>
            </a:lvl4pPr>
            <a:lvl5pPr lvl="4" rtl="0">
              <a:lnSpc>
                <a:spcPct val="100000"/>
              </a:lnSpc>
              <a:spcBef>
                <a:spcPts val="0"/>
              </a:spcBef>
              <a:spcAft>
                <a:spcPts val="0"/>
              </a:spcAft>
              <a:buNone/>
              <a:defRPr>
                <a:latin typeface="Montserrat SemiBold"/>
                <a:ea typeface="Montserrat SemiBold"/>
                <a:cs typeface="Montserrat SemiBold"/>
                <a:sym typeface="Montserrat SemiBold"/>
              </a:defRPr>
            </a:lvl5pPr>
            <a:lvl6pPr lvl="5" rtl="0">
              <a:lnSpc>
                <a:spcPct val="100000"/>
              </a:lnSpc>
              <a:spcBef>
                <a:spcPts val="0"/>
              </a:spcBef>
              <a:spcAft>
                <a:spcPts val="0"/>
              </a:spcAft>
              <a:buNone/>
              <a:defRPr>
                <a:latin typeface="Montserrat SemiBold"/>
                <a:ea typeface="Montserrat SemiBold"/>
                <a:cs typeface="Montserrat SemiBold"/>
                <a:sym typeface="Montserrat SemiBold"/>
              </a:defRPr>
            </a:lvl6pPr>
            <a:lvl7pPr lvl="6" rtl="0">
              <a:lnSpc>
                <a:spcPct val="100000"/>
              </a:lnSpc>
              <a:spcBef>
                <a:spcPts val="0"/>
              </a:spcBef>
              <a:spcAft>
                <a:spcPts val="0"/>
              </a:spcAft>
              <a:buNone/>
              <a:defRPr>
                <a:latin typeface="Montserrat SemiBold"/>
                <a:ea typeface="Montserrat SemiBold"/>
                <a:cs typeface="Montserrat SemiBold"/>
                <a:sym typeface="Montserrat SemiBold"/>
              </a:defRPr>
            </a:lvl7pPr>
            <a:lvl8pPr lvl="7" rtl="0">
              <a:lnSpc>
                <a:spcPct val="100000"/>
              </a:lnSpc>
              <a:spcBef>
                <a:spcPts val="0"/>
              </a:spcBef>
              <a:spcAft>
                <a:spcPts val="0"/>
              </a:spcAft>
              <a:buNone/>
              <a:defRPr>
                <a:latin typeface="Montserrat SemiBold"/>
                <a:ea typeface="Montserrat SemiBold"/>
                <a:cs typeface="Montserrat SemiBold"/>
                <a:sym typeface="Montserrat SemiBold"/>
              </a:defRPr>
            </a:lvl8pPr>
            <a:lvl9pPr lvl="8" rtl="0">
              <a:lnSpc>
                <a:spcPct val="100000"/>
              </a:lnSpc>
              <a:spcBef>
                <a:spcPts val="0"/>
              </a:spcBef>
              <a:spcAft>
                <a:spcPts val="0"/>
              </a:spcAft>
              <a:buNone/>
              <a:defRPr>
                <a:latin typeface="Montserrat SemiBold"/>
                <a:ea typeface="Montserrat SemiBold"/>
                <a:cs typeface="Montserrat SemiBold"/>
                <a:sym typeface="Montserrat SemiBold"/>
              </a:defRPr>
            </a:lvl9pPr>
          </a:lstStyle>
          <a:p/>
        </p:txBody>
      </p:sp>
      <p:sp>
        <p:nvSpPr>
          <p:cNvPr id="116" name="Google Shape;116;p19"/>
          <p:cNvSpPr txBox="1"/>
          <p:nvPr>
            <p:ph idx="2" type="subTitle"/>
          </p:nvPr>
        </p:nvSpPr>
        <p:spPr>
          <a:xfrm>
            <a:off x="1720550" y="3850100"/>
            <a:ext cx="25584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17" name="Google Shape;117;p19"/>
          <p:cNvSpPr txBox="1"/>
          <p:nvPr>
            <p:ph idx="3" type="subTitle"/>
          </p:nvPr>
        </p:nvSpPr>
        <p:spPr>
          <a:xfrm>
            <a:off x="5602039" y="1753225"/>
            <a:ext cx="25584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1pPr>
            <a:lvl2pPr lvl="1"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2pPr>
            <a:lvl3pPr lvl="2"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3pPr>
            <a:lvl4pPr lvl="3"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4pPr>
            <a:lvl5pPr lvl="4"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5pPr>
            <a:lvl6pPr lvl="5"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6pPr>
            <a:lvl7pPr lvl="6"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7pPr>
            <a:lvl8pPr lvl="7"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8pPr>
            <a:lvl9pPr lvl="8"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9pPr>
          </a:lstStyle>
          <a:p/>
        </p:txBody>
      </p:sp>
      <p:sp>
        <p:nvSpPr>
          <p:cNvPr id="118" name="Google Shape;118;p19"/>
          <p:cNvSpPr txBox="1"/>
          <p:nvPr>
            <p:ph idx="4" type="subTitle"/>
          </p:nvPr>
        </p:nvSpPr>
        <p:spPr>
          <a:xfrm>
            <a:off x="5602059" y="3850100"/>
            <a:ext cx="25584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119" name="Google Shape;119;p19"/>
          <p:cNvSpPr txBox="1"/>
          <p:nvPr>
            <p:ph idx="5" type="subTitle"/>
          </p:nvPr>
        </p:nvSpPr>
        <p:spPr>
          <a:xfrm>
            <a:off x="5602059" y="3316225"/>
            <a:ext cx="25584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1pPr>
            <a:lvl2pPr lvl="1"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2pPr>
            <a:lvl3pPr lvl="2"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3pPr>
            <a:lvl4pPr lvl="3"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4pPr>
            <a:lvl5pPr lvl="4"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5pPr>
            <a:lvl6pPr lvl="5"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6pPr>
            <a:lvl7pPr lvl="6"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7pPr>
            <a:lvl8pPr lvl="7"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8pPr>
            <a:lvl9pPr lvl="8" rtl="0">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9pPr>
          </a:lstStyle>
          <a:p/>
        </p:txBody>
      </p:sp>
      <p:sp>
        <p:nvSpPr>
          <p:cNvPr id="120" name="Google Shape;120;p19"/>
          <p:cNvSpPr txBox="1"/>
          <p:nvPr>
            <p:ph idx="6" type="subTitle"/>
          </p:nvPr>
        </p:nvSpPr>
        <p:spPr>
          <a:xfrm>
            <a:off x="5602039" y="2287100"/>
            <a:ext cx="25584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solidFill>
                  <a:schemeClr val="lt1"/>
                </a:solidFill>
              </a:defRPr>
            </a:lvl1pPr>
            <a:lvl2pPr lvl="1" rtl="0">
              <a:lnSpc>
                <a:spcPct val="100000"/>
              </a:lnSpc>
              <a:spcBef>
                <a:spcPts val="0"/>
              </a:spcBef>
              <a:spcAft>
                <a:spcPts val="0"/>
              </a:spcAft>
              <a:buNone/>
              <a:defRPr sz="1400">
                <a:solidFill>
                  <a:schemeClr val="lt1"/>
                </a:solidFill>
              </a:defRPr>
            </a:lvl2pPr>
            <a:lvl3pPr lvl="2" rtl="0">
              <a:lnSpc>
                <a:spcPct val="100000"/>
              </a:lnSpc>
              <a:spcBef>
                <a:spcPts val="0"/>
              </a:spcBef>
              <a:spcAft>
                <a:spcPts val="0"/>
              </a:spcAft>
              <a:buNone/>
              <a:defRPr sz="1400">
                <a:solidFill>
                  <a:schemeClr val="lt1"/>
                </a:solidFill>
              </a:defRPr>
            </a:lvl3pPr>
            <a:lvl4pPr lvl="3" rtl="0">
              <a:lnSpc>
                <a:spcPct val="100000"/>
              </a:lnSpc>
              <a:spcBef>
                <a:spcPts val="0"/>
              </a:spcBef>
              <a:spcAft>
                <a:spcPts val="0"/>
              </a:spcAft>
              <a:buNone/>
              <a:defRPr sz="1400">
                <a:solidFill>
                  <a:schemeClr val="lt1"/>
                </a:solidFill>
              </a:defRPr>
            </a:lvl4pPr>
            <a:lvl5pPr lvl="4" rtl="0">
              <a:lnSpc>
                <a:spcPct val="100000"/>
              </a:lnSpc>
              <a:spcBef>
                <a:spcPts val="0"/>
              </a:spcBef>
              <a:spcAft>
                <a:spcPts val="0"/>
              </a:spcAft>
              <a:buNone/>
              <a:defRPr sz="1400">
                <a:solidFill>
                  <a:schemeClr val="lt1"/>
                </a:solidFill>
              </a:defRPr>
            </a:lvl5pPr>
            <a:lvl6pPr lvl="5" rtl="0">
              <a:lnSpc>
                <a:spcPct val="100000"/>
              </a:lnSpc>
              <a:spcBef>
                <a:spcPts val="0"/>
              </a:spcBef>
              <a:spcAft>
                <a:spcPts val="0"/>
              </a:spcAft>
              <a:buNone/>
              <a:defRPr sz="1400">
                <a:solidFill>
                  <a:schemeClr val="lt1"/>
                </a:solidFill>
              </a:defRPr>
            </a:lvl6pPr>
            <a:lvl7pPr lvl="6" rtl="0">
              <a:lnSpc>
                <a:spcPct val="100000"/>
              </a:lnSpc>
              <a:spcBef>
                <a:spcPts val="0"/>
              </a:spcBef>
              <a:spcAft>
                <a:spcPts val="0"/>
              </a:spcAft>
              <a:buNone/>
              <a:defRPr sz="1400">
                <a:solidFill>
                  <a:schemeClr val="lt1"/>
                </a:solidFill>
              </a:defRPr>
            </a:lvl7pPr>
            <a:lvl8pPr lvl="7" rtl="0">
              <a:lnSpc>
                <a:spcPct val="100000"/>
              </a:lnSpc>
              <a:spcBef>
                <a:spcPts val="0"/>
              </a:spcBef>
              <a:spcAft>
                <a:spcPts val="0"/>
              </a:spcAft>
              <a:buNone/>
              <a:defRPr sz="1400">
                <a:solidFill>
                  <a:schemeClr val="lt1"/>
                </a:solidFill>
              </a:defRPr>
            </a:lvl8pPr>
            <a:lvl9pPr lvl="8" rtl="0">
              <a:lnSpc>
                <a:spcPct val="100000"/>
              </a:lnSpc>
              <a:spcBef>
                <a:spcPts val="0"/>
              </a:spcBef>
              <a:spcAft>
                <a:spcPts val="0"/>
              </a:spcAft>
              <a:buNone/>
              <a:defRPr sz="1400">
                <a:solidFill>
                  <a:schemeClr val="lt1"/>
                </a:solidFill>
              </a:defRPr>
            </a:lvl9pPr>
          </a:lstStyle>
          <a:p/>
        </p:txBody>
      </p:sp>
      <p:sp>
        <p:nvSpPr>
          <p:cNvPr id="121" name="Google Shape;121;p19"/>
          <p:cNvSpPr txBox="1"/>
          <p:nvPr>
            <p:ph idx="7" type="subTitle"/>
          </p:nvPr>
        </p:nvSpPr>
        <p:spPr>
          <a:xfrm>
            <a:off x="1720550" y="1753225"/>
            <a:ext cx="25584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latin typeface="Montserrat SemiBold"/>
                <a:ea typeface="Montserrat SemiBold"/>
                <a:cs typeface="Montserrat SemiBold"/>
                <a:sym typeface="Montserrat SemiBold"/>
              </a:defRPr>
            </a:lvl1pPr>
            <a:lvl2pPr lvl="1" rtl="0">
              <a:lnSpc>
                <a:spcPct val="100000"/>
              </a:lnSpc>
              <a:spcBef>
                <a:spcPts val="0"/>
              </a:spcBef>
              <a:spcAft>
                <a:spcPts val="0"/>
              </a:spcAft>
              <a:buNone/>
              <a:defRPr>
                <a:latin typeface="Montserrat SemiBold"/>
                <a:ea typeface="Montserrat SemiBold"/>
                <a:cs typeface="Montserrat SemiBold"/>
                <a:sym typeface="Montserrat SemiBold"/>
              </a:defRPr>
            </a:lvl2pPr>
            <a:lvl3pPr lvl="2" rtl="0">
              <a:lnSpc>
                <a:spcPct val="100000"/>
              </a:lnSpc>
              <a:spcBef>
                <a:spcPts val="0"/>
              </a:spcBef>
              <a:spcAft>
                <a:spcPts val="0"/>
              </a:spcAft>
              <a:buNone/>
              <a:defRPr>
                <a:latin typeface="Montserrat SemiBold"/>
                <a:ea typeface="Montserrat SemiBold"/>
                <a:cs typeface="Montserrat SemiBold"/>
                <a:sym typeface="Montserrat SemiBold"/>
              </a:defRPr>
            </a:lvl3pPr>
            <a:lvl4pPr lvl="3" rtl="0">
              <a:lnSpc>
                <a:spcPct val="100000"/>
              </a:lnSpc>
              <a:spcBef>
                <a:spcPts val="0"/>
              </a:spcBef>
              <a:spcAft>
                <a:spcPts val="0"/>
              </a:spcAft>
              <a:buNone/>
              <a:defRPr>
                <a:latin typeface="Montserrat SemiBold"/>
                <a:ea typeface="Montserrat SemiBold"/>
                <a:cs typeface="Montserrat SemiBold"/>
                <a:sym typeface="Montserrat SemiBold"/>
              </a:defRPr>
            </a:lvl4pPr>
            <a:lvl5pPr lvl="4" rtl="0">
              <a:lnSpc>
                <a:spcPct val="100000"/>
              </a:lnSpc>
              <a:spcBef>
                <a:spcPts val="0"/>
              </a:spcBef>
              <a:spcAft>
                <a:spcPts val="0"/>
              </a:spcAft>
              <a:buNone/>
              <a:defRPr>
                <a:latin typeface="Montserrat SemiBold"/>
                <a:ea typeface="Montserrat SemiBold"/>
                <a:cs typeface="Montserrat SemiBold"/>
                <a:sym typeface="Montserrat SemiBold"/>
              </a:defRPr>
            </a:lvl5pPr>
            <a:lvl6pPr lvl="5" rtl="0">
              <a:lnSpc>
                <a:spcPct val="100000"/>
              </a:lnSpc>
              <a:spcBef>
                <a:spcPts val="0"/>
              </a:spcBef>
              <a:spcAft>
                <a:spcPts val="0"/>
              </a:spcAft>
              <a:buNone/>
              <a:defRPr>
                <a:latin typeface="Montserrat SemiBold"/>
                <a:ea typeface="Montserrat SemiBold"/>
                <a:cs typeface="Montserrat SemiBold"/>
                <a:sym typeface="Montserrat SemiBold"/>
              </a:defRPr>
            </a:lvl6pPr>
            <a:lvl7pPr lvl="6" rtl="0">
              <a:lnSpc>
                <a:spcPct val="100000"/>
              </a:lnSpc>
              <a:spcBef>
                <a:spcPts val="0"/>
              </a:spcBef>
              <a:spcAft>
                <a:spcPts val="0"/>
              </a:spcAft>
              <a:buNone/>
              <a:defRPr>
                <a:latin typeface="Montserrat SemiBold"/>
                <a:ea typeface="Montserrat SemiBold"/>
                <a:cs typeface="Montserrat SemiBold"/>
                <a:sym typeface="Montserrat SemiBold"/>
              </a:defRPr>
            </a:lvl7pPr>
            <a:lvl8pPr lvl="7" rtl="0">
              <a:lnSpc>
                <a:spcPct val="100000"/>
              </a:lnSpc>
              <a:spcBef>
                <a:spcPts val="0"/>
              </a:spcBef>
              <a:spcAft>
                <a:spcPts val="0"/>
              </a:spcAft>
              <a:buNone/>
              <a:defRPr>
                <a:latin typeface="Montserrat SemiBold"/>
                <a:ea typeface="Montserrat SemiBold"/>
                <a:cs typeface="Montserrat SemiBold"/>
                <a:sym typeface="Montserrat SemiBold"/>
              </a:defRPr>
            </a:lvl8pPr>
            <a:lvl9pPr lvl="8" rtl="0">
              <a:lnSpc>
                <a:spcPct val="100000"/>
              </a:lnSpc>
              <a:spcBef>
                <a:spcPts val="0"/>
              </a:spcBef>
              <a:spcAft>
                <a:spcPts val="0"/>
              </a:spcAft>
              <a:buNone/>
              <a:defRPr>
                <a:latin typeface="Montserrat SemiBold"/>
                <a:ea typeface="Montserrat SemiBold"/>
                <a:cs typeface="Montserrat SemiBold"/>
                <a:sym typeface="Montserrat SemiBold"/>
              </a:defRPr>
            </a:lvl9pPr>
          </a:lstStyle>
          <a:p/>
        </p:txBody>
      </p:sp>
      <p:sp>
        <p:nvSpPr>
          <p:cNvPr id="122" name="Google Shape;122;p19"/>
          <p:cNvSpPr txBox="1"/>
          <p:nvPr>
            <p:ph idx="8" type="subTitle"/>
          </p:nvPr>
        </p:nvSpPr>
        <p:spPr>
          <a:xfrm>
            <a:off x="1720550" y="2287100"/>
            <a:ext cx="2558400" cy="475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23" name="Google Shape;123;p19"/>
          <p:cNvSpPr txBox="1"/>
          <p:nvPr>
            <p:ph hasCustomPrompt="1" idx="9" type="title"/>
          </p:nvPr>
        </p:nvSpPr>
        <p:spPr>
          <a:xfrm>
            <a:off x="833450" y="1632375"/>
            <a:ext cx="887100" cy="593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1" sz="3500">
                <a:solidFill>
                  <a:schemeClr val="accent1"/>
                </a:solidFill>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124" name="Google Shape;124;p19"/>
          <p:cNvSpPr txBox="1"/>
          <p:nvPr>
            <p:ph hasCustomPrompt="1" idx="13" type="title"/>
          </p:nvPr>
        </p:nvSpPr>
        <p:spPr>
          <a:xfrm>
            <a:off x="833450" y="3198625"/>
            <a:ext cx="887100" cy="593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1" sz="3500">
                <a:solidFill>
                  <a:schemeClr val="accent1"/>
                </a:solidFill>
                <a:latin typeface="Montserrat"/>
                <a:ea typeface="Montserrat"/>
                <a:cs typeface="Montserrat"/>
                <a:sym typeface="Montserrat"/>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125" name="Google Shape;125;p19"/>
          <p:cNvSpPr txBox="1"/>
          <p:nvPr>
            <p:ph hasCustomPrompt="1" idx="14" type="title"/>
          </p:nvPr>
        </p:nvSpPr>
        <p:spPr>
          <a:xfrm>
            <a:off x="4714950" y="3198625"/>
            <a:ext cx="887100" cy="593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1">
                <a:solidFill>
                  <a:schemeClr val="lt1"/>
                </a:solidFill>
                <a:latin typeface="Montserrat"/>
                <a:ea typeface="Montserrat"/>
                <a:cs typeface="Montserrat"/>
                <a:sym typeface="Montserrat"/>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sp>
        <p:nvSpPr>
          <p:cNvPr id="126" name="Google Shape;126;p19"/>
          <p:cNvSpPr txBox="1"/>
          <p:nvPr>
            <p:ph hasCustomPrompt="1" idx="15" type="title"/>
          </p:nvPr>
        </p:nvSpPr>
        <p:spPr>
          <a:xfrm>
            <a:off x="4714950" y="1633975"/>
            <a:ext cx="887100" cy="593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b="1">
                <a:solidFill>
                  <a:schemeClr val="lt1"/>
                </a:solidFill>
                <a:latin typeface="Montserrat"/>
                <a:ea typeface="Montserrat"/>
                <a:cs typeface="Montserrat"/>
                <a:sym typeface="Montserrat"/>
              </a:defRPr>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a:r>
              <a:t>xx%</a:t>
            </a:r>
          </a:p>
        </p:txBody>
      </p:sp>
      <p:grpSp>
        <p:nvGrpSpPr>
          <p:cNvPr id="127" name="Google Shape;127;p19"/>
          <p:cNvGrpSpPr/>
          <p:nvPr/>
        </p:nvGrpSpPr>
        <p:grpSpPr>
          <a:xfrm>
            <a:off x="4748175" y="289625"/>
            <a:ext cx="6396725" cy="0"/>
            <a:chOff x="-52825" y="3943350"/>
            <a:chExt cx="6396725" cy="0"/>
          </a:xfrm>
        </p:grpSpPr>
        <p:cxnSp>
          <p:nvCxnSpPr>
            <p:cNvPr id="128" name="Google Shape;128;p19"/>
            <p:cNvCxnSpPr/>
            <p:nvPr/>
          </p:nvCxnSpPr>
          <p:spPr>
            <a:xfrm>
              <a:off x="1940500" y="3943350"/>
              <a:ext cx="4403400" cy="0"/>
            </a:xfrm>
            <a:prstGeom prst="straightConnector1">
              <a:avLst/>
            </a:prstGeom>
            <a:noFill/>
            <a:ln cap="flat" cmpd="sng" w="19050">
              <a:solidFill>
                <a:schemeClr val="dk2"/>
              </a:solidFill>
              <a:prstDash val="solid"/>
              <a:round/>
              <a:headEnd len="med" w="med" type="none"/>
              <a:tailEnd len="med" w="med" type="none"/>
            </a:ln>
          </p:spPr>
        </p:cxnSp>
        <p:cxnSp>
          <p:nvCxnSpPr>
            <p:cNvPr id="129" name="Google Shape;129;p19"/>
            <p:cNvCxnSpPr/>
            <p:nvPr/>
          </p:nvCxnSpPr>
          <p:spPr>
            <a:xfrm>
              <a:off x="-52825" y="3943350"/>
              <a:ext cx="1968600" cy="0"/>
            </a:xfrm>
            <a:prstGeom prst="straightConnector1">
              <a:avLst/>
            </a:prstGeom>
            <a:noFill/>
            <a:ln cap="flat" cmpd="sng" w="19050">
              <a:solidFill>
                <a:schemeClr val="dk2"/>
              </a:solidFill>
              <a:prstDash val="dot"/>
              <a:round/>
              <a:headEnd len="med" w="med" type="none"/>
              <a:tailEnd len="med" w="med" type="none"/>
            </a:ln>
          </p:spPr>
        </p:cxn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130" name="Shape 130"/>
        <p:cNvGrpSpPr/>
        <p:nvPr/>
      </p:nvGrpSpPr>
      <p:grpSpPr>
        <a:xfrm>
          <a:off x="0" y="0"/>
          <a:ext cx="0" cy="0"/>
          <a:chOff x="0" y="0"/>
          <a:chExt cx="0" cy="0"/>
        </a:xfrm>
      </p:grpSpPr>
      <p:sp>
        <p:nvSpPr>
          <p:cNvPr id="131" name="Google Shape;131;p20"/>
          <p:cNvSpPr/>
          <p:nvPr/>
        </p:nvSpPr>
        <p:spPr>
          <a:xfrm>
            <a:off x="-30800" y="-15400"/>
            <a:ext cx="9232200" cy="130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0"/>
          <p:cNvSpPr txBox="1"/>
          <p:nvPr>
            <p:ph type="title"/>
          </p:nvPr>
        </p:nvSpPr>
        <p:spPr>
          <a:xfrm>
            <a:off x="713225" y="539500"/>
            <a:ext cx="7717500" cy="572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 name="Google Shape;133;p20"/>
          <p:cNvSpPr txBox="1"/>
          <p:nvPr>
            <p:ph idx="1" type="subTitle"/>
          </p:nvPr>
        </p:nvSpPr>
        <p:spPr>
          <a:xfrm>
            <a:off x="716681" y="2616523"/>
            <a:ext cx="2055000" cy="384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1pPr>
            <a:lvl2pPr lvl="1"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2pPr>
            <a:lvl3pPr lvl="2"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3pPr>
            <a:lvl4pPr lvl="3"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4pPr>
            <a:lvl5pPr lvl="4"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5pPr>
            <a:lvl6pPr lvl="5"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6pPr>
            <a:lvl7pPr lvl="6"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7pPr>
            <a:lvl8pPr lvl="7"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8pPr>
            <a:lvl9pPr lvl="8"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9pPr>
          </a:lstStyle>
          <a:p/>
        </p:txBody>
      </p:sp>
      <p:sp>
        <p:nvSpPr>
          <p:cNvPr id="134" name="Google Shape;134;p20"/>
          <p:cNvSpPr txBox="1"/>
          <p:nvPr>
            <p:ph idx="2" type="subTitle"/>
          </p:nvPr>
        </p:nvSpPr>
        <p:spPr>
          <a:xfrm>
            <a:off x="1172687" y="2920376"/>
            <a:ext cx="2055000" cy="594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35" name="Google Shape;135;p20"/>
          <p:cNvSpPr txBox="1"/>
          <p:nvPr>
            <p:ph idx="3" type="subTitle"/>
          </p:nvPr>
        </p:nvSpPr>
        <p:spPr>
          <a:xfrm>
            <a:off x="716706" y="3712175"/>
            <a:ext cx="2053800" cy="384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1pPr>
            <a:lvl2pPr lvl="1"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2pPr>
            <a:lvl3pPr lvl="2"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3pPr>
            <a:lvl4pPr lvl="3"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4pPr>
            <a:lvl5pPr lvl="4"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5pPr>
            <a:lvl6pPr lvl="5"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6pPr>
            <a:lvl7pPr lvl="6"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7pPr>
            <a:lvl8pPr lvl="7"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8pPr>
            <a:lvl9pPr lvl="8"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9pPr>
          </a:lstStyle>
          <a:p/>
        </p:txBody>
      </p:sp>
      <p:sp>
        <p:nvSpPr>
          <p:cNvPr id="136" name="Google Shape;136;p20"/>
          <p:cNvSpPr txBox="1"/>
          <p:nvPr>
            <p:ph idx="4" type="subTitle"/>
          </p:nvPr>
        </p:nvSpPr>
        <p:spPr>
          <a:xfrm>
            <a:off x="3424225" y="1826226"/>
            <a:ext cx="2055000" cy="594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37" name="Google Shape;137;p20"/>
          <p:cNvSpPr txBox="1"/>
          <p:nvPr>
            <p:ph idx="5" type="subTitle"/>
          </p:nvPr>
        </p:nvSpPr>
        <p:spPr>
          <a:xfrm>
            <a:off x="2968209" y="1520873"/>
            <a:ext cx="2055000" cy="386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1pPr>
            <a:lvl2pPr lvl="1"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2pPr>
            <a:lvl3pPr lvl="2"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3pPr>
            <a:lvl4pPr lvl="3"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4pPr>
            <a:lvl5pPr lvl="4"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5pPr>
            <a:lvl6pPr lvl="5"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6pPr>
            <a:lvl7pPr lvl="6"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7pPr>
            <a:lvl8pPr lvl="7"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8pPr>
            <a:lvl9pPr lvl="8"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9pPr>
          </a:lstStyle>
          <a:p/>
        </p:txBody>
      </p:sp>
      <p:sp>
        <p:nvSpPr>
          <p:cNvPr id="138" name="Google Shape;138;p20"/>
          <p:cNvSpPr txBox="1"/>
          <p:nvPr>
            <p:ph idx="6" type="subTitle"/>
          </p:nvPr>
        </p:nvSpPr>
        <p:spPr>
          <a:xfrm>
            <a:off x="1172725" y="4014270"/>
            <a:ext cx="2053800" cy="594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39" name="Google Shape;139;p20"/>
          <p:cNvSpPr txBox="1"/>
          <p:nvPr>
            <p:ph idx="7" type="subTitle"/>
          </p:nvPr>
        </p:nvSpPr>
        <p:spPr>
          <a:xfrm>
            <a:off x="716675" y="1520875"/>
            <a:ext cx="2055000" cy="384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1pPr>
            <a:lvl2pPr lvl="1"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2pPr>
            <a:lvl3pPr lvl="2"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3pPr>
            <a:lvl4pPr lvl="3"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4pPr>
            <a:lvl5pPr lvl="4"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5pPr>
            <a:lvl6pPr lvl="5"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6pPr>
            <a:lvl7pPr lvl="6"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7pPr>
            <a:lvl8pPr lvl="7"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8pPr>
            <a:lvl9pPr lvl="8"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9pPr>
          </a:lstStyle>
          <a:p/>
        </p:txBody>
      </p:sp>
      <p:sp>
        <p:nvSpPr>
          <p:cNvPr id="140" name="Google Shape;140;p20"/>
          <p:cNvSpPr txBox="1"/>
          <p:nvPr>
            <p:ph idx="8" type="subTitle"/>
          </p:nvPr>
        </p:nvSpPr>
        <p:spPr>
          <a:xfrm>
            <a:off x="1172687" y="1822970"/>
            <a:ext cx="2055000" cy="594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41" name="Google Shape;141;p20"/>
          <p:cNvSpPr txBox="1"/>
          <p:nvPr>
            <p:ph idx="9" type="subTitle"/>
          </p:nvPr>
        </p:nvSpPr>
        <p:spPr>
          <a:xfrm>
            <a:off x="2968200" y="2616525"/>
            <a:ext cx="2055000" cy="384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1pPr>
            <a:lvl2pPr lvl="1"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2pPr>
            <a:lvl3pPr lvl="2"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3pPr>
            <a:lvl4pPr lvl="3"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4pPr>
            <a:lvl5pPr lvl="4"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5pPr>
            <a:lvl6pPr lvl="5"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6pPr>
            <a:lvl7pPr lvl="6"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7pPr>
            <a:lvl8pPr lvl="7"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8pPr>
            <a:lvl9pPr lvl="8"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9pPr>
          </a:lstStyle>
          <a:p/>
        </p:txBody>
      </p:sp>
      <p:sp>
        <p:nvSpPr>
          <p:cNvPr id="142" name="Google Shape;142;p20"/>
          <p:cNvSpPr txBox="1"/>
          <p:nvPr>
            <p:ph idx="13" type="subTitle"/>
          </p:nvPr>
        </p:nvSpPr>
        <p:spPr>
          <a:xfrm>
            <a:off x="3424226" y="4014825"/>
            <a:ext cx="2055000" cy="594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sp>
        <p:nvSpPr>
          <p:cNvPr id="143" name="Google Shape;143;p20"/>
          <p:cNvSpPr txBox="1"/>
          <p:nvPr>
            <p:ph idx="14" type="subTitle"/>
          </p:nvPr>
        </p:nvSpPr>
        <p:spPr>
          <a:xfrm>
            <a:off x="2967025" y="3709475"/>
            <a:ext cx="2055000" cy="386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1pPr>
            <a:lvl2pPr lvl="1"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2pPr>
            <a:lvl3pPr lvl="2"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3pPr>
            <a:lvl4pPr lvl="3"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4pPr>
            <a:lvl5pPr lvl="4"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5pPr>
            <a:lvl6pPr lvl="5"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6pPr>
            <a:lvl7pPr lvl="6"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7pPr>
            <a:lvl8pPr lvl="7"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8pPr>
            <a:lvl9pPr lvl="8" rtl="0">
              <a:lnSpc>
                <a:spcPct val="100000"/>
              </a:lnSpc>
              <a:spcBef>
                <a:spcPts val="0"/>
              </a:spcBef>
              <a:spcAft>
                <a:spcPts val="0"/>
              </a:spcAft>
              <a:buNone/>
              <a:defRPr>
                <a:solidFill>
                  <a:schemeClr val="dk1"/>
                </a:solidFill>
                <a:latin typeface="Montserrat SemiBold"/>
                <a:ea typeface="Montserrat SemiBold"/>
                <a:cs typeface="Montserrat SemiBold"/>
                <a:sym typeface="Montserrat SemiBold"/>
              </a:defRPr>
            </a:lvl9pPr>
          </a:lstStyle>
          <a:p/>
        </p:txBody>
      </p:sp>
      <p:sp>
        <p:nvSpPr>
          <p:cNvPr id="144" name="Google Shape;144;p20"/>
          <p:cNvSpPr txBox="1"/>
          <p:nvPr>
            <p:ph idx="15" type="subTitle"/>
          </p:nvPr>
        </p:nvSpPr>
        <p:spPr>
          <a:xfrm>
            <a:off x="3425401" y="2918625"/>
            <a:ext cx="2055000" cy="5943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None/>
              <a:defRPr sz="1400"/>
            </a:lvl1pPr>
            <a:lvl2pPr lvl="1" rtl="0">
              <a:lnSpc>
                <a:spcPct val="100000"/>
              </a:lnSpc>
              <a:spcBef>
                <a:spcPts val="0"/>
              </a:spcBef>
              <a:spcAft>
                <a:spcPts val="0"/>
              </a:spcAft>
              <a:buNone/>
              <a:defRPr sz="1400"/>
            </a:lvl2pPr>
            <a:lvl3pPr lvl="2" rtl="0">
              <a:lnSpc>
                <a:spcPct val="100000"/>
              </a:lnSpc>
              <a:spcBef>
                <a:spcPts val="0"/>
              </a:spcBef>
              <a:spcAft>
                <a:spcPts val="0"/>
              </a:spcAft>
              <a:buNone/>
              <a:defRPr sz="1400"/>
            </a:lvl3pPr>
            <a:lvl4pPr lvl="3" rtl="0">
              <a:lnSpc>
                <a:spcPct val="100000"/>
              </a:lnSpc>
              <a:spcBef>
                <a:spcPts val="0"/>
              </a:spcBef>
              <a:spcAft>
                <a:spcPts val="0"/>
              </a:spcAft>
              <a:buNone/>
              <a:defRPr sz="1400"/>
            </a:lvl4pPr>
            <a:lvl5pPr lvl="4" rtl="0">
              <a:lnSpc>
                <a:spcPct val="100000"/>
              </a:lnSpc>
              <a:spcBef>
                <a:spcPts val="0"/>
              </a:spcBef>
              <a:spcAft>
                <a:spcPts val="0"/>
              </a:spcAft>
              <a:buNone/>
              <a:defRPr sz="1400"/>
            </a:lvl5pPr>
            <a:lvl6pPr lvl="5" rtl="0">
              <a:lnSpc>
                <a:spcPct val="100000"/>
              </a:lnSpc>
              <a:spcBef>
                <a:spcPts val="0"/>
              </a:spcBef>
              <a:spcAft>
                <a:spcPts val="0"/>
              </a:spcAft>
              <a:buNone/>
              <a:defRPr sz="1400"/>
            </a:lvl6pPr>
            <a:lvl7pPr lvl="6" rtl="0">
              <a:lnSpc>
                <a:spcPct val="100000"/>
              </a:lnSpc>
              <a:spcBef>
                <a:spcPts val="0"/>
              </a:spcBef>
              <a:spcAft>
                <a:spcPts val="0"/>
              </a:spcAft>
              <a:buNone/>
              <a:defRPr sz="1400"/>
            </a:lvl7pPr>
            <a:lvl8pPr lvl="7" rtl="0">
              <a:lnSpc>
                <a:spcPct val="100000"/>
              </a:lnSpc>
              <a:spcBef>
                <a:spcPts val="0"/>
              </a:spcBef>
              <a:spcAft>
                <a:spcPts val="0"/>
              </a:spcAft>
              <a:buNone/>
              <a:defRPr sz="1400"/>
            </a:lvl8pPr>
            <a:lvl9pPr lvl="8" rtl="0">
              <a:lnSpc>
                <a:spcPct val="100000"/>
              </a:lnSpc>
              <a:spcBef>
                <a:spcPts val="0"/>
              </a:spcBef>
              <a:spcAft>
                <a:spcPts val="0"/>
              </a:spcAft>
              <a:buNone/>
              <a:defRPr sz="1400"/>
            </a:lvl9pPr>
          </a:lstStyle>
          <a:p/>
        </p:txBody>
      </p:sp>
      <p:grpSp>
        <p:nvGrpSpPr>
          <p:cNvPr id="145" name="Google Shape;145;p20"/>
          <p:cNvGrpSpPr/>
          <p:nvPr/>
        </p:nvGrpSpPr>
        <p:grpSpPr>
          <a:xfrm>
            <a:off x="399525" y="1550825"/>
            <a:ext cx="0" cy="3661975"/>
            <a:chOff x="397450" y="-362125"/>
            <a:chExt cx="0" cy="3661975"/>
          </a:xfrm>
        </p:grpSpPr>
        <p:cxnSp>
          <p:nvCxnSpPr>
            <p:cNvPr id="146" name="Google Shape;146;p20"/>
            <p:cNvCxnSpPr/>
            <p:nvPr/>
          </p:nvCxnSpPr>
          <p:spPr>
            <a:xfrm rot="10800000">
              <a:off x="397450" y="537450"/>
              <a:ext cx="0" cy="2762400"/>
            </a:xfrm>
            <a:prstGeom prst="straightConnector1">
              <a:avLst/>
            </a:prstGeom>
            <a:noFill/>
            <a:ln cap="flat" cmpd="sng" w="19050">
              <a:solidFill>
                <a:schemeClr val="accent1"/>
              </a:solidFill>
              <a:prstDash val="solid"/>
              <a:round/>
              <a:headEnd len="med" w="med" type="none"/>
              <a:tailEnd len="med" w="med" type="none"/>
            </a:ln>
          </p:spPr>
        </p:cxnSp>
        <p:cxnSp>
          <p:nvCxnSpPr>
            <p:cNvPr id="147" name="Google Shape;147;p20"/>
            <p:cNvCxnSpPr/>
            <p:nvPr/>
          </p:nvCxnSpPr>
          <p:spPr>
            <a:xfrm rot="10800000">
              <a:off x="397450" y="-362125"/>
              <a:ext cx="0" cy="899700"/>
            </a:xfrm>
            <a:prstGeom prst="straightConnector1">
              <a:avLst/>
            </a:prstGeom>
            <a:noFill/>
            <a:ln cap="flat" cmpd="sng" w="19050">
              <a:solidFill>
                <a:schemeClr val="accent1"/>
              </a:solidFill>
              <a:prstDash val="dot"/>
              <a:round/>
              <a:headEnd len="med" w="med" type="none"/>
              <a:tailEnd len="med" w="med" type="none"/>
            </a:ln>
          </p:spPr>
        </p:cxn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148" name="Shape 148"/>
        <p:cNvGrpSpPr/>
        <p:nvPr/>
      </p:nvGrpSpPr>
      <p:grpSpPr>
        <a:xfrm>
          <a:off x="0" y="0"/>
          <a:ext cx="0" cy="0"/>
          <a:chOff x="0" y="0"/>
          <a:chExt cx="0" cy="0"/>
        </a:xfrm>
      </p:grpSpPr>
      <p:sp>
        <p:nvSpPr>
          <p:cNvPr id="149" name="Google Shape;149;p21"/>
          <p:cNvSpPr/>
          <p:nvPr/>
        </p:nvSpPr>
        <p:spPr>
          <a:xfrm>
            <a:off x="-30800" y="-15400"/>
            <a:ext cx="9232200" cy="1308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1"/>
          <p:cNvSpPr txBox="1"/>
          <p:nvPr>
            <p:ph type="title"/>
          </p:nvPr>
        </p:nvSpPr>
        <p:spPr>
          <a:xfrm>
            <a:off x="713225" y="539500"/>
            <a:ext cx="77175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1" name="Google Shape;15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
        <p:nvSpPr>
          <p:cNvPr id="152" name="Google Shape;152;p21"/>
          <p:cNvSpPr/>
          <p:nvPr/>
        </p:nvSpPr>
        <p:spPr>
          <a:xfrm>
            <a:off x="8431175" y="1292825"/>
            <a:ext cx="771600" cy="3850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3" name="Google Shape;153;p21"/>
          <p:cNvGrpSpPr/>
          <p:nvPr/>
        </p:nvGrpSpPr>
        <p:grpSpPr>
          <a:xfrm>
            <a:off x="8288550" y="1543875"/>
            <a:ext cx="0" cy="3661975"/>
            <a:chOff x="397450" y="-362125"/>
            <a:chExt cx="0" cy="3661975"/>
          </a:xfrm>
        </p:grpSpPr>
        <p:cxnSp>
          <p:nvCxnSpPr>
            <p:cNvPr id="154" name="Google Shape;154;p21"/>
            <p:cNvCxnSpPr/>
            <p:nvPr/>
          </p:nvCxnSpPr>
          <p:spPr>
            <a:xfrm rot="10800000">
              <a:off x="397450" y="537450"/>
              <a:ext cx="0" cy="2762400"/>
            </a:xfrm>
            <a:prstGeom prst="straightConnector1">
              <a:avLst/>
            </a:prstGeom>
            <a:noFill/>
            <a:ln cap="flat" cmpd="sng" w="19050">
              <a:solidFill>
                <a:schemeClr val="accent1"/>
              </a:solidFill>
              <a:prstDash val="solid"/>
              <a:round/>
              <a:headEnd len="med" w="med" type="none"/>
              <a:tailEnd len="med" w="med" type="none"/>
            </a:ln>
          </p:spPr>
        </p:cxnSp>
        <p:cxnSp>
          <p:nvCxnSpPr>
            <p:cNvPr id="155" name="Google Shape;155;p21"/>
            <p:cNvCxnSpPr/>
            <p:nvPr/>
          </p:nvCxnSpPr>
          <p:spPr>
            <a:xfrm rot="10800000">
              <a:off x="397450" y="-362125"/>
              <a:ext cx="0" cy="899700"/>
            </a:xfrm>
            <a:prstGeom prst="straightConnector1">
              <a:avLst/>
            </a:prstGeom>
            <a:noFill/>
            <a:ln cap="flat" cmpd="sng" w="19050">
              <a:solidFill>
                <a:schemeClr val="accent1"/>
              </a:solidFill>
              <a:prstDash val="dot"/>
              <a:round/>
              <a:headEnd len="med" w="med" type="none"/>
              <a:tailEnd len="med" w="med" type="none"/>
            </a:ln>
          </p:spPr>
        </p:cxn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
    <p:spTree>
      <p:nvGrpSpPr>
        <p:cNvPr id="156" name="Shape 156"/>
        <p:cNvGrpSpPr/>
        <p:nvPr/>
      </p:nvGrpSpPr>
      <p:grpSpPr>
        <a:xfrm>
          <a:off x="0" y="0"/>
          <a:ext cx="0" cy="0"/>
          <a:chOff x="0" y="0"/>
          <a:chExt cx="0" cy="0"/>
        </a:xfrm>
      </p:grpSpPr>
      <p:sp>
        <p:nvSpPr>
          <p:cNvPr id="157" name="Google Shape;157;p22"/>
          <p:cNvSpPr txBox="1"/>
          <p:nvPr>
            <p:ph type="title"/>
          </p:nvPr>
        </p:nvSpPr>
        <p:spPr>
          <a:xfrm>
            <a:off x="713225" y="539500"/>
            <a:ext cx="77175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8" name="Google Shape;158;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
        <p:nvSpPr>
          <p:cNvPr id="159" name="Google Shape;159;p22"/>
          <p:cNvSpPr/>
          <p:nvPr/>
        </p:nvSpPr>
        <p:spPr>
          <a:xfrm>
            <a:off x="-35750" y="4759500"/>
            <a:ext cx="9232200" cy="38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60" name="Google Shape;160;p22"/>
          <p:cNvGrpSpPr/>
          <p:nvPr/>
        </p:nvGrpSpPr>
        <p:grpSpPr>
          <a:xfrm>
            <a:off x="3584450" y="4901250"/>
            <a:ext cx="6396725" cy="0"/>
            <a:chOff x="-52825" y="3943350"/>
            <a:chExt cx="6396725" cy="0"/>
          </a:xfrm>
        </p:grpSpPr>
        <p:cxnSp>
          <p:nvCxnSpPr>
            <p:cNvPr id="161" name="Google Shape;161;p22"/>
            <p:cNvCxnSpPr/>
            <p:nvPr/>
          </p:nvCxnSpPr>
          <p:spPr>
            <a:xfrm>
              <a:off x="1940500" y="3943350"/>
              <a:ext cx="4403400" cy="0"/>
            </a:xfrm>
            <a:prstGeom prst="straightConnector1">
              <a:avLst/>
            </a:prstGeom>
            <a:noFill/>
            <a:ln cap="flat" cmpd="sng" w="19050">
              <a:solidFill>
                <a:schemeClr val="dk2"/>
              </a:solidFill>
              <a:prstDash val="solid"/>
              <a:round/>
              <a:headEnd len="med" w="med" type="none"/>
              <a:tailEnd len="med" w="med" type="none"/>
            </a:ln>
          </p:spPr>
        </p:cxnSp>
        <p:cxnSp>
          <p:nvCxnSpPr>
            <p:cNvPr id="162" name="Google Shape;162;p22"/>
            <p:cNvCxnSpPr/>
            <p:nvPr/>
          </p:nvCxnSpPr>
          <p:spPr>
            <a:xfrm>
              <a:off x="-52825" y="3943350"/>
              <a:ext cx="1968600" cy="0"/>
            </a:xfrm>
            <a:prstGeom prst="straightConnector1">
              <a:avLst/>
            </a:prstGeom>
            <a:noFill/>
            <a:ln cap="flat" cmpd="sng" w="19050">
              <a:solidFill>
                <a:schemeClr val="dk2"/>
              </a:solidFill>
              <a:prstDash val="dot"/>
              <a:round/>
              <a:headEnd len="med" w="med" type="none"/>
              <a:tailEnd len="med" w="med" type="none"/>
            </a:ln>
          </p:spPr>
        </p:cxn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3">
    <p:spTree>
      <p:nvGrpSpPr>
        <p:cNvPr id="163" name="Shape 163"/>
        <p:cNvGrpSpPr/>
        <p:nvPr/>
      </p:nvGrpSpPr>
      <p:grpSpPr>
        <a:xfrm>
          <a:off x="0" y="0"/>
          <a:ext cx="0" cy="0"/>
          <a:chOff x="0" y="0"/>
          <a:chExt cx="0" cy="0"/>
        </a:xfrm>
      </p:grpSpPr>
      <p:sp>
        <p:nvSpPr>
          <p:cNvPr id="164" name="Google Shape;164;p23"/>
          <p:cNvSpPr txBox="1"/>
          <p:nvPr>
            <p:ph type="title"/>
          </p:nvPr>
        </p:nvSpPr>
        <p:spPr>
          <a:xfrm>
            <a:off x="713225" y="539500"/>
            <a:ext cx="77175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5" name="Google Shape;165;p2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
        <p:nvSpPr>
          <p:cNvPr id="166" name="Google Shape;166;p23"/>
          <p:cNvSpPr/>
          <p:nvPr/>
        </p:nvSpPr>
        <p:spPr>
          <a:xfrm>
            <a:off x="-44125" y="3733200"/>
            <a:ext cx="9232200" cy="1410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4">
    <p:spTree>
      <p:nvGrpSpPr>
        <p:cNvPr id="167" name="Shape 167"/>
        <p:cNvGrpSpPr/>
        <p:nvPr/>
      </p:nvGrpSpPr>
      <p:grpSpPr>
        <a:xfrm>
          <a:off x="0" y="0"/>
          <a:ext cx="0" cy="0"/>
          <a:chOff x="0" y="0"/>
          <a:chExt cx="0" cy="0"/>
        </a:xfrm>
      </p:grpSpPr>
      <p:sp>
        <p:nvSpPr>
          <p:cNvPr id="168" name="Google Shape;168;p24"/>
          <p:cNvSpPr/>
          <p:nvPr/>
        </p:nvSpPr>
        <p:spPr>
          <a:xfrm>
            <a:off x="-30800" y="-15400"/>
            <a:ext cx="9232200" cy="1308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4"/>
          <p:cNvSpPr txBox="1"/>
          <p:nvPr>
            <p:ph type="title"/>
          </p:nvPr>
        </p:nvSpPr>
        <p:spPr>
          <a:xfrm>
            <a:off x="713225" y="539500"/>
            <a:ext cx="77175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TITLE_ONLY_5">
    <p:spTree>
      <p:nvGrpSpPr>
        <p:cNvPr id="170" name="Shape 170"/>
        <p:cNvGrpSpPr/>
        <p:nvPr/>
      </p:nvGrpSpPr>
      <p:grpSpPr>
        <a:xfrm>
          <a:off x="0" y="0"/>
          <a:ext cx="0" cy="0"/>
          <a:chOff x="0" y="0"/>
          <a:chExt cx="0" cy="0"/>
        </a:xfrm>
      </p:grpSpPr>
      <p:sp>
        <p:nvSpPr>
          <p:cNvPr id="171" name="Google Shape;171;p25"/>
          <p:cNvSpPr txBox="1"/>
          <p:nvPr>
            <p:ph type="title"/>
          </p:nvPr>
        </p:nvSpPr>
        <p:spPr>
          <a:xfrm>
            <a:off x="713225" y="539500"/>
            <a:ext cx="77175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2" name="Google Shape;172;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sp>
        <p:nvSpPr>
          <p:cNvPr id="173" name="Google Shape;173;p25"/>
          <p:cNvSpPr/>
          <p:nvPr/>
        </p:nvSpPr>
        <p:spPr>
          <a:xfrm>
            <a:off x="-44125" y="4309425"/>
            <a:ext cx="9232200" cy="834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 name="Google Shape;174;p25"/>
          <p:cNvGrpSpPr/>
          <p:nvPr/>
        </p:nvGrpSpPr>
        <p:grpSpPr>
          <a:xfrm flipH="1">
            <a:off x="-44125" y="4726425"/>
            <a:ext cx="6396725" cy="0"/>
            <a:chOff x="-52825" y="3943350"/>
            <a:chExt cx="6396725" cy="0"/>
          </a:xfrm>
        </p:grpSpPr>
        <p:cxnSp>
          <p:nvCxnSpPr>
            <p:cNvPr id="175" name="Google Shape;175;p25"/>
            <p:cNvCxnSpPr/>
            <p:nvPr/>
          </p:nvCxnSpPr>
          <p:spPr>
            <a:xfrm>
              <a:off x="1940500" y="3943350"/>
              <a:ext cx="4403400" cy="0"/>
            </a:xfrm>
            <a:prstGeom prst="straightConnector1">
              <a:avLst/>
            </a:prstGeom>
            <a:noFill/>
            <a:ln cap="flat" cmpd="sng" w="19050">
              <a:solidFill>
                <a:schemeClr val="dk2"/>
              </a:solidFill>
              <a:prstDash val="solid"/>
              <a:round/>
              <a:headEnd len="med" w="med" type="none"/>
              <a:tailEnd len="med" w="med" type="none"/>
            </a:ln>
          </p:spPr>
        </p:cxnSp>
        <p:cxnSp>
          <p:nvCxnSpPr>
            <p:cNvPr id="176" name="Google Shape;176;p25"/>
            <p:cNvCxnSpPr/>
            <p:nvPr/>
          </p:nvCxnSpPr>
          <p:spPr>
            <a:xfrm>
              <a:off x="-52825" y="3943350"/>
              <a:ext cx="1968600" cy="0"/>
            </a:xfrm>
            <a:prstGeom prst="straightConnector1">
              <a:avLst/>
            </a:prstGeom>
            <a:noFill/>
            <a:ln cap="flat" cmpd="sng" w="19050">
              <a:solidFill>
                <a:schemeClr val="dk2"/>
              </a:solidFill>
              <a:prstDash val="dot"/>
              <a:round/>
              <a:headEnd len="med" w="med" type="none"/>
              <a:tailEnd len="med" w="med" type="none"/>
            </a:ln>
          </p:spPr>
        </p:cxn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6">
  <p:cSld name="TITLE_ONLY_6">
    <p:spTree>
      <p:nvGrpSpPr>
        <p:cNvPr id="177" name="Shape 177"/>
        <p:cNvGrpSpPr/>
        <p:nvPr/>
      </p:nvGrpSpPr>
      <p:grpSpPr>
        <a:xfrm>
          <a:off x="0" y="0"/>
          <a:ext cx="0" cy="0"/>
          <a:chOff x="0" y="0"/>
          <a:chExt cx="0" cy="0"/>
        </a:xfrm>
      </p:grpSpPr>
      <p:sp>
        <p:nvSpPr>
          <p:cNvPr id="178" name="Google Shape;178;p26"/>
          <p:cNvSpPr txBox="1"/>
          <p:nvPr>
            <p:ph type="title"/>
          </p:nvPr>
        </p:nvSpPr>
        <p:spPr>
          <a:xfrm>
            <a:off x="713225" y="1800950"/>
            <a:ext cx="3058200" cy="5727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b="1">
                <a:solidFill>
                  <a:schemeClr val="accent2"/>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79" name="Google Shape;179;p26"/>
          <p:cNvGrpSpPr/>
          <p:nvPr/>
        </p:nvGrpSpPr>
        <p:grpSpPr>
          <a:xfrm>
            <a:off x="390250" y="1925450"/>
            <a:ext cx="0" cy="3279650"/>
            <a:chOff x="397450" y="-362125"/>
            <a:chExt cx="0" cy="3279650"/>
          </a:xfrm>
        </p:grpSpPr>
        <p:cxnSp>
          <p:nvCxnSpPr>
            <p:cNvPr id="180" name="Google Shape;180;p26"/>
            <p:cNvCxnSpPr/>
            <p:nvPr/>
          </p:nvCxnSpPr>
          <p:spPr>
            <a:xfrm rot="10800000">
              <a:off x="397450" y="537625"/>
              <a:ext cx="0" cy="2379900"/>
            </a:xfrm>
            <a:prstGeom prst="straightConnector1">
              <a:avLst/>
            </a:prstGeom>
            <a:noFill/>
            <a:ln cap="flat" cmpd="sng" w="19050">
              <a:solidFill>
                <a:schemeClr val="accent1"/>
              </a:solidFill>
              <a:prstDash val="solid"/>
              <a:round/>
              <a:headEnd len="med" w="med" type="none"/>
              <a:tailEnd len="med" w="med" type="none"/>
            </a:ln>
          </p:spPr>
        </p:cxnSp>
        <p:cxnSp>
          <p:nvCxnSpPr>
            <p:cNvPr id="181" name="Google Shape;181;p26"/>
            <p:cNvCxnSpPr/>
            <p:nvPr/>
          </p:nvCxnSpPr>
          <p:spPr>
            <a:xfrm rot="10800000">
              <a:off x="397450" y="-362125"/>
              <a:ext cx="0" cy="899700"/>
            </a:xfrm>
            <a:prstGeom prst="straightConnector1">
              <a:avLst/>
            </a:prstGeom>
            <a:noFill/>
            <a:ln cap="flat" cmpd="sng" w="19050">
              <a:solidFill>
                <a:schemeClr val="accent1"/>
              </a:solidFill>
              <a:prstDash val="dot"/>
              <a:round/>
              <a:headEnd len="med" w="med" type="none"/>
              <a:tailEnd len="med" w="med" type="none"/>
            </a:ln>
          </p:spPr>
        </p:cxn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TITLE_AND_BODY_4">
    <p:bg>
      <p:bgPr>
        <a:solidFill>
          <a:schemeClr val="dk1"/>
        </a:solidFill>
      </p:bgPr>
    </p:bg>
    <p:spTree>
      <p:nvGrpSpPr>
        <p:cNvPr id="182" name="Shape 182"/>
        <p:cNvGrpSpPr/>
        <p:nvPr/>
      </p:nvGrpSpPr>
      <p:grpSpPr>
        <a:xfrm>
          <a:off x="0" y="0"/>
          <a:ext cx="0" cy="0"/>
          <a:chOff x="0" y="0"/>
          <a:chExt cx="0" cy="0"/>
        </a:xfrm>
      </p:grpSpPr>
      <p:sp>
        <p:nvSpPr>
          <p:cNvPr id="183" name="Google Shape;183;p27"/>
          <p:cNvSpPr txBox="1"/>
          <p:nvPr>
            <p:ph type="title"/>
          </p:nvPr>
        </p:nvSpPr>
        <p:spPr>
          <a:xfrm>
            <a:off x="713225" y="539500"/>
            <a:ext cx="7717500" cy="5727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3000"/>
              <a:buNone/>
              <a:defRPr b="1">
                <a:solidFill>
                  <a:schemeClr val="lt1"/>
                </a:solidFill>
                <a:latin typeface="Montserrat"/>
                <a:ea typeface="Montserrat"/>
                <a:cs typeface="Montserrat"/>
                <a:sym typeface="Montserrat"/>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84" name="Google Shape;184;p27"/>
          <p:cNvSpPr txBox="1"/>
          <p:nvPr>
            <p:ph idx="1" type="body"/>
          </p:nvPr>
        </p:nvSpPr>
        <p:spPr>
          <a:xfrm>
            <a:off x="713225" y="1207950"/>
            <a:ext cx="3858900" cy="34005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lt1"/>
              </a:buClr>
              <a:buSzPts val="1200"/>
              <a:buFont typeface="Anaheim"/>
              <a:buChar char="●"/>
              <a:defRPr sz="1400">
                <a:solidFill>
                  <a:schemeClr val="lt1"/>
                </a:solidFill>
              </a:defRPr>
            </a:lvl1pPr>
            <a:lvl2pPr indent="-304800" lvl="1" marL="914400" rtl="0">
              <a:spcBef>
                <a:spcPts val="0"/>
              </a:spcBef>
              <a:spcAft>
                <a:spcPts val="0"/>
              </a:spcAft>
              <a:buClr>
                <a:schemeClr val="lt1"/>
              </a:buClr>
              <a:buSzPts val="1200"/>
              <a:buFont typeface="Roboto Condensed Light"/>
              <a:buChar char="○"/>
              <a:defRPr>
                <a:solidFill>
                  <a:schemeClr val="lt1"/>
                </a:solidFill>
              </a:defRPr>
            </a:lvl2pPr>
            <a:lvl3pPr indent="-304800" lvl="2" marL="1371600" rtl="0">
              <a:spcBef>
                <a:spcPts val="0"/>
              </a:spcBef>
              <a:spcAft>
                <a:spcPts val="0"/>
              </a:spcAft>
              <a:buClr>
                <a:schemeClr val="lt1"/>
              </a:buClr>
              <a:buSzPts val="1200"/>
              <a:buFont typeface="Roboto Condensed Light"/>
              <a:buChar char="■"/>
              <a:defRPr>
                <a:solidFill>
                  <a:schemeClr val="lt1"/>
                </a:solidFill>
              </a:defRPr>
            </a:lvl3pPr>
            <a:lvl4pPr indent="-304800" lvl="3" marL="1828800" rtl="0">
              <a:spcBef>
                <a:spcPts val="0"/>
              </a:spcBef>
              <a:spcAft>
                <a:spcPts val="0"/>
              </a:spcAft>
              <a:buClr>
                <a:schemeClr val="lt1"/>
              </a:buClr>
              <a:buSzPts val="1200"/>
              <a:buFont typeface="Roboto Condensed Light"/>
              <a:buChar char="●"/>
              <a:defRPr>
                <a:solidFill>
                  <a:schemeClr val="lt1"/>
                </a:solidFill>
              </a:defRPr>
            </a:lvl4pPr>
            <a:lvl5pPr indent="-304800" lvl="4" marL="2286000" rtl="0">
              <a:spcBef>
                <a:spcPts val="0"/>
              </a:spcBef>
              <a:spcAft>
                <a:spcPts val="0"/>
              </a:spcAft>
              <a:buClr>
                <a:schemeClr val="lt1"/>
              </a:buClr>
              <a:buSzPts val="1200"/>
              <a:buFont typeface="Roboto Condensed Light"/>
              <a:buChar char="○"/>
              <a:defRPr>
                <a:solidFill>
                  <a:schemeClr val="lt1"/>
                </a:solidFill>
              </a:defRPr>
            </a:lvl5pPr>
            <a:lvl6pPr indent="-304800" lvl="5" marL="2743200" rtl="0">
              <a:spcBef>
                <a:spcPts val="0"/>
              </a:spcBef>
              <a:spcAft>
                <a:spcPts val="0"/>
              </a:spcAft>
              <a:buClr>
                <a:schemeClr val="lt1"/>
              </a:buClr>
              <a:buSzPts val="1200"/>
              <a:buFont typeface="Roboto Condensed Light"/>
              <a:buChar char="■"/>
              <a:defRPr>
                <a:solidFill>
                  <a:schemeClr val="lt1"/>
                </a:solidFill>
              </a:defRPr>
            </a:lvl6pPr>
            <a:lvl7pPr indent="-304800" lvl="6" marL="3200400" rtl="0">
              <a:spcBef>
                <a:spcPts val="0"/>
              </a:spcBef>
              <a:spcAft>
                <a:spcPts val="0"/>
              </a:spcAft>
              <a:buClr>
                <a:schemeClr val="lt1"/>
              </a:buClr>
              <a:buSzPts val="1200"/>
              <a:buFont typeface="Roboto Condensed Light"/>
              <a:buChar char="●"/>
              <a:defRPr>
                <a:solidFill>
                  <a:schemeClr val="lt1"/>
                </a:solidFill>
              </a:defRPr>
            </a:lvl7pPr>
            <a:lvl8pPr indent="-304800" lvl="7" marL="3657600" rtl="0">
              <a:spcBef>
                <a:spcPts val="0"/>
              </a:spcBef>
              <a:spcAft>
                <a:spcPts val="0"/>
              </a:spcAft>
              <a:buClr>
                <a:schemeClr val="lt1"/>
              </a:buClr>
              <a:buSzPts val="1200"/>
              <a:buFont typeface="Roboto Condensed Light"/>
              <a:buChar char="○"/>
              <a:defRPr>
                <a:solidFill>
                  <a:schemeClr val="lt1"/>
                </a:solidFill>
              </a:defRPr>
            </a:lvl8pPr>
            <a:lvl9pPr indent="-304800" lvl="8" marL="4114800" rtl="0">
              <a:spcBef>
                <a:spcPts val="0"/>
              </a:spcBef>
              <a:spcAft>
                <a:spcPts val="0"/>
              </a:spcAft>
              <a:buClr>
                <a:schemeClr val="lt1"/>
              </a:buClr>
              <a:buSzPts val="1200"/>
              <a:buFont typeface="Roboto Condensed Light"/>
              <a:buChar char="■"/>
              <a:defRPr>
                <a:solidFill>
                  <a:schemeClr val="lt1"/>
                </a:solidFill>
              </a:defRPr>
            </a:lvl9pPr>
          </a:lstStyle>
          <a:p/>
        </p:txBody>
      </p:sp>
      <p:sp>
        <p:nvSpPr>
          <p:cNvPr id="185" name="Google Shape;185;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fr"/>
              <a:t>‹#›</a:t>
            </a:fld>
            <a:endParaRPr/>
          </a:p>
        </p:txBody>
      </p:sp>
      <p:grpSp>
        <p:nvGrpSpPr>
          <p:cNvPr id="186" name="Google Shape;186;p27"/>
          <p:cNvGrpSpPr/>
          <p:nvPr/>
        </p:nvGrpSpPr>
        <p:grpSpPr>
          <a:xfrm>
            <a:off x="397450" y="-362125"/>
            <a:ext cx="0" cy="5521200"/>
            <a:chOff x="397450" y="-362125"/>
            <a:chExt cx="0" cy="5521200"/>
          </a:xfrm>
        </p:grpSpPr>
        <p:cxnSp>
          <p:nvCxnSpPr>
            <p:cNvPr id="187" name="Google Shape;187;p27"/>
            <p:cNvCxnSpPr/>
            <p:nvPr/>
          </p:nvCxnSpPr>
          <p:spPr>
            <a:xfrm rot="10800000">
              <a:off x="397450" y="537575"/>
              <a:ext cx="0" cy="4621500"/>
            </a:xfrm>
            <a:prstGeom prst="straightConnector1">
              <a:avLst/>
            </a:prstGeom>
            <a:noFill/>
            <a:ln cap="flat" cmpd="sng" w="19050">
              <a:solidFill>
                <a:schemeClr val="accent1"/>
              </a:solidFill>
              <a:prstDash val="solid"/>
              <a:round/>
              <a:headEnd len="med" w="med" type="none"/>
              <a:tailEnd len="med" w="med" type="none"/>
            </a:ln>
          </p:spPr>
        </p:cxnSp>
        <p:cxnSp>
          <p:nvCxnSpPr>
            <p:cNvPr id="188" name="Google Shape;188;p27"/>
            <p:cNvCxnSpPr/>
            <p:nvPr/>
          </p:nvCxnSpPr>
          <p:spPr>
            <a:xfrm rot="10800000">
              <a:off x="397450" y="-362125"/>
              <a:ext cx="0" cy="899700"/>
            </a:xfrm>
            <a:prstGeom prst="straightConnector1">
              <a:avLst/>
            </a:prstGeom>
            <a:noFill/>
            <a:ln cap="flat" cmpd="sng" w="19050">
              <a:solidFill>
                <a:schemeClr val="accent1"/>
              </a:solidFill>
              <a:prstDash val="dot"/>
              <a:round/>
              <a:headEnd len="med" w="med" type="none"/>
              <a:tailEnd len="med" w="med" type="none"/>
            </a:ln>
          </p:spPr>
        </p:cxn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 Two columns ">
  <p:cSld name="TITLE_AND_TWO_COLUMNS_1">
    <p:spTree>
      <p:nvGrpSpPr>
        <p:cNvPr id="189" name="Shape 189"/>
        <p:cNvGrpSpPr/>
        <p:nvPr/>
      </p:nvGrpSpPr>
      <p:grpSpPr>
        <a:xfrm>
          <a:off x="0" y="0"/>
          <a:ext cx="0" cy="0"/>
          <a:chOff x="0" y="0"/>
          <a:chExt cx="0" cy="0"/>
        </a:xfrm>
      </p:grpSpPr>
      <p:sp>
        <p:nvSpPr>
          <p:cNvPr id="190" name="Google Shape;190;p28"/>
          <p:cNvSpPr/>
          <p:nvPr/>
        </p:nvSpPr>
        <p:spPr>
          <a:xfrm>
            <a:off x="-82200" y="-30800"/>
            <a:ext cx="4658400" cy="5225400"/>
          </a:xfrm>
          <a:prstGeom prst="rect">
            <a:avLst/>
          </a:prstGeom>
          <a:solidFill>
            <a:schemeClr val="accent1"/>
          </a:solidFill>
          <a:ln>
            <a:noFill/>
          </a:ln>
          <a:effectLst>
            <a:outerShdw blurRad="57150" rotWithShape="0" algn="bl" dir="2160000" dist="19050">
              <a:srgbClr val="000000">
                <a:alpha val="79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28"/>
          <p:cNvSpPr txBox="1"/>
          <p:nvPr>
            <p:ph idx="1" type="body"/>
          </p:nvPr>
        </p:nvSpPr>
        <p:spPr>
          <a:xfrm>
            <a:off x="723675" y="2216900"/>
            <a:ext cx="3325800" cy="1435800"/>
          </a:xfrm>
          <a:prstGeom prst="rect">
            <a:avLst/>
          </a:prstGeom>
        </p:spPr>
        <p:txBody>
          <a:bodyPr anchorCtr="0" anchor="ctr" bIns="91425" lIns="91425" spcFirstLastPara="1" rIns="91425" wrap="square" tIns="91425">
            <a:noAutofit/>
          </a:bodyPr>
          <a:lstStyle>
            <a:lvl1pPr indent="-317500" lvl="0" marL="457200" rtl="0" algn="ctr">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92" name="Google Shape;192;p28"/>
          <p:cNvSpPr txBox="1"/>
          <p:nvPr>
            <p:ph idx="2" type="body"/>
          </p:nvPr>
        </p:nvSpPr>
        <p:spPr>
          <a:xfrm>
            <a:off x="5094500" y="2216900"/>
            <a:ext cx="3325800" cy="1435800"/>
          </a:xfrm>
          <a:prstGeom prst="rect">
            <a:avLst/>
          </a:prstGeom>
        </p:spPr>
        <p:txBody>
          <a:bodyPr anchorCtr="0" anchor="ctr" bIns="91425" lIns="91425" spcFirstLastPara="1" rIns="91425" wrap="square" tIns="91425">
            <a:noAutofit/>
          </a:bodyPr>
          <a:lstStyle>
            <a:lvl1pPr indent="-317500" lvl="0" marL="457200" rtl="0" algn="ctr">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93" name="Google Shape;193;p28"/>
          <p:cNvSpPr txBox="1"/>
          <p:nvPr>
            <p:ph idx="3" type="subTitle"/>
          </p:nvPr>
        </p:nvSpPr>
        <p:spPr>
          <a:xfrm>
            <a:off x="5105058" y="1838275"/>
            <a:ext cx="3283800" cy="47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latin typeface="Montserrat SemiBold"/>
                <a:ea typeface="Montserrat SemiBold"/>
                <a:cs typeface="Montserrat SemiBold"/>
                <a:sym typeface="Montserrat SemiBold"/>
              </a:defRPr>
            </a:lvl1pPr>
            <a:lvl2pPr lvl="1" rtl="0" algn="ctr">
              <a:lnSpc>
                <a:spcPct val="100000"/>
              </a:lnSpc>
              <a:spcBef>
                <a:spcPts val="0"/>
              </a:spcBef>
              <a:spcAft>
                <a:spcPts val="0"/>
              </a:spcAft>
              <a:buNone/>
              <a:defRPr>
                <a:latin typeface="Montserrat SemiBold"/>
                <a:ea typeface="Montserrat SemiBold"/>
                <a:cs typeface="Montserrat SemiBold"/>
                <a:sym typeface="Montserrat SemiBold"/>
              </a:defRPr>
            </a:lvl2pPr>
            <a:lvl3pPr lvl="2" rtl="0" algn="ctr">
              <a:lnSpc>
                <a:spcPct val="100000"/>
              </a:lnSpc>
              <a:spcBef>
                <a:spcPts val="0"/>
              </a:spcBef>
              <a:spcAft>
                <a:spcPts val="0"/>
              </a:spcAft>
              <a:buNone/>
              <a:defRPr>
                <a:latin typeface="Montserrat SemiBold"/>
                <a:ea typeface="Montserrat SemiBold"/>
                <a:cs typeface="Montserrat SemiBold"/>
                <a:sym typeface="Montserrat SemiBold"/>
              </a:defRPr>
            </a:lvl3pPr>
            <a:lvl4pPr lvl="3" rtl="0" algn="ctr">
              <a:lnSpc>
                <a:spcPct val="100000"/>
              </a:lnSpc>
              <a:spcBef>
                <a:spcPts val="0"/>
              </a:spcBef>
              <a:spcAft>
                <a:spcPts val="0"/>
              </a:spcAft>
              <a:buNone/>
              <a:defRPr>
                <a:latin typeface="Montserrat SemiBold"/>
                <a:ea typeface="Montserrat SemiBold"/>
                <a:cs typeface="Montserrat SemiBold"/>
                <a:sym typeface="Montserrat SemiBold"/>
              </a:defRPr>
            </a:lvl4pPr>
            <a:lvl5pPr lvl="4" rtl="0" algn="ctr">
              <a:lnSpc>
                <a:spcPct val="100000"/>
              </a:lnSpc>
              <a:spcBef>
                <a:spcPts val="0"/>
              </a:spcBef>
              <a:spcAft>
                <a:spcPts val="0"/>
              </a:spcAft>
              <a:buNone/>
              <a:defRPr>
                <a:latin typeface="Montserrat SemiBold"/>
                <a:ea typeface="Montserrat SemiBold"/>
                <a:cs typeface="Montserrat SemiBold"/>
                <a:sym typeface="Montserrat SemiBold"/>
              </a:defRPr>
            </a:lvl5pPr>
            <a:lvl6pPr lvl="5" rtl="0" algn="ctr">
              <a:lnSpc>
                <a:spcPct val="100000"/>
              </a:lnSpc>
              <a:spcBef>
                <a:spcPts val="0"/>
              </a:spcBef>
              <a:spcAft>
                <a:spcPts val="0"/>
              </a:spcAft>
              <a:buNone/>
              <a:defRPr>
                <a:latin typeface="Montserrat SemiBold"/>
                <a:ea typeface="Montserrat SemiBold"/>
                <a:cs typeface="Montserrat SemiBold"/>
                <a:sym typeface="Montserrat SemiBold"/>
              </a:defRPr>
            </a:lvl6pPr>
            <a:lvl7pPr lvl="6" rtl="0" algn="ctr">
              <a:lnSpc>
                <a:spcPct val="100000"/>
              </a:lnSpc>
              <a:spcBef>
                <a:spcPts val="0"/>
              </a:spcBef>
              <a:spcAft>
                <a:spcPts val="0"/>
              </a:spcAft>
              <a:buNone/>
              <a:defRPr>
                <a:latin typeface="Montserrat SemiBold"/>
                <a:ea typeface="Montserrat SemiBold"/>
                <a:cs typeface="Montserrat SemiBold"/>
                <a:sym typeface="Montserrat SemiBold"/>
              </a:defRPr>
            </a:lvl7pPr>
            <a:lvl8pPr lvl="7" rtl="0" algn="ctr">
              <a:lnSpc>
                <a:spcPct val="100000"/>
              </a:lnSpc>
              <a:spcBef>
                <a:spcPts val="0"/>
              </a:spcBef>
              <a:spcAft>
                <a:spcPts val="0"/>
              </a:spcAft>
              <a:buNone/>
              <a:defRPr>
                <a:latin typeface="Montserrat SemiBold"/>
                <a:ea typeface="Montserrat SemiBold"/>
                <a:cs typeface="Montserrat SemiBold"/>
                <a:sym typeface="Montserrat SemiBold"/>
              </a:defRPr>
            </a:lvl8pPr>
            <a:lvl9pPr lvl="8" rtl="0" algn="ctr">
              <a:lnSpc>
                <a:spcPct val="100000"/>
              </a:lnSpc>
              <a:spcBef>
                <a:spcPts val="0"/>
              </a:spcBef>
              <a:spcAft>
                <a:spcPts val="0"/>
              </a:spcAft>
              <a:buNone/>
              <a:defRPr>
                <a:latin typeface="Montserrat SemiBold"/>
                <a:ea typeface="Montserrat SemiBold"/>
                <a:cs typeface="Montserrat SemiBold"/>
                <a:sym typeface="Montserrat SemiBold"/>
              </a:defRPr>
            </a:lvl9pPr>
          </a:lstStyle>
          <a:p/>
        </p:txBody>
      </p:sp>
      <p:sp>
        <p:nvSpPr>
          <p:cNvPr id="194" name="Google Shape;194;p28"/>
          <p:cNvSpPr txBox="1"/>
          <p:nvPr>
            <p:ph idx="4" type="subTitle"/>
          </p:nvPr>
        </p:nvSpPr>
        <p:spPr>
          <a:xfrm>
            <a:off x="713232" y="1838275"/>
            <a:ext cx="3325800" cy="4755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1pPr>
            <a:lvl2pPr lvl="1"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2pPr>
            <a:lvl3pPr lvl="2"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3pPr>
            <a:lvl4pPr lvl="3"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4pPr>
            <a:lvl5pPr lvl="4"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5pPr>
            <a:lvl6pPr lvl="5"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6pPr>
            <a:lvl7pPr lvl="6"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7pPr>
            <a:lvl8pPr lvl="7"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8pPr>
            <a:lvl9pPr lvl="8" rtl="0" algn="ctr">
              <a:lnSpc>
                <a:spcPct val="100000"/>
              </a:lnSpc>
              <a:spcBef>
                <a:spcPts val="0"/>
              </a:spcBef>
              <a:spcAft>
                <a:spcPts val="0"/>
              </a:spcAft>
              <a:buNone/>
              <a:defRPr>
                <a:solidFill>
                  <a:schemeClr val="lt1"/>
                </a:solidFill>
                <a:latin typeface="Montserrat SemiBold"/>
                <a:ea typeface="Montserrat SemiBold"/>
                <a:cs typeface="Montserrat SemiBold"/>
                <a:sym typeface="Montserrat SemiBold"/>
              </a:defRPr>
            </a:lvl9pPr>
          </a:lstStyle>
          <a:p/>
        </p:txBody>
      </p:sp>
      <p:grpSp>
        <p:nvGrpSpPr>
          <p:cNvPr id="195" name="Google Shape;195;p28"/>
          <p:cNvGrpSpPr/>
          <p:nvPr/>
        </p:nvGrpSpPr>
        <p:grpSpPr>
          <a:xfrm>
            <a:off x="4748175" y="289625"/>
            <a:ext cx="6396725" cy="0"/>
            <a:chOff x="-52825" y="3943350"/>
            <a:chExt cx="6396725" cy="0"/>
          </a:xfrm>
        </p:grpSpPr>
        <p:cxnSp>
          <p:nvCxnSpPr>
            <p:cNvPr id="196" name="Google Shape;196;p28"/>
            <p:cNvCxnSpPr/>
            <p:nvPr/>
          </p:nvCxnSpPr>
          <p:spPr>
            <a:xfrm>
              <a:off x="1940500" y="3943350"/>
              <a:ext cx="4403400" cy="0"/>
            </a:xfrm>
            <a:prstGeom prst="straightConnector1">
              <a:avLst/>
            </a:prstGeom>
            <a:noFill/>
            <a:ln cap="flat" cmpd="sng" w="19050">
              <a:solidFill>
                <a:schemeClr val="dk1"/>
              </a:solidFill>
              <a:prstDash val="solid"/>
              <a:round/>
              <a:headEnd len="med" w="med" type="none"/>
              <a:tailEnd len="med" w="med" type="none"/>
            </a:ln>
          </p:spPr>
        </p:cxnSp>
        <p:cxnSp>
          <p:nvCxnSpPr>
            <p:cNvPr id="197" name="Google Shape;197;p28"/>
            <p:cNvCxnSpPr/>
            <p:nvPr/>
          </p:nvCxnSpPr>
          <p:spPr>
            <a:xfrm>
              <a:off x="-52825" y="3943350"/>
              <a:ext cx="1968600" cy="0"/>
            </a:xfrm>
            <a:prstGeom prst="straightConnector1">
              <a:avLst/>
            </a:prstGeom>
            <a:noFill/>
            <a:ln cap="flat" cmpd="sng" w="19050">
              <a:solidFill>
                <a:schemeClr val="dk1"/>
              </a:solidFill>
              <a:prstDash val="dot"/>
              <a:round/>
              <a:headEnd len="med" w="med" type="none"/>
              <a:tailEnd len="med" w="med" type="none"/>
            </a:ln>
          </p:spPr>
        </p:cxn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MAIN_POINT_1">
    <p:bg>
      <p:bgPr>
        <a:solidFill>
          <a:schemeClr val="dk1"/>
        </a:solidFill>
      </p:bgPr>
    </p:bg>
    <p:spTree>
      <p:nvGrpSpPr>
        <p:cNvPr id="198" name="Shape 198"/>
        <p:cNvGrpSpPr/>
        <p:nvPr/>
      </p:nvGrpSpPr>
      <p:grpSpPr>
        <a:xfrm>
          <a:off x="0" y="0"/>
          <a:ext cx="0" cy="0"/>
          <a:chOff x="0" y="0"/>
          <a:chExt cx="0" cy="0"/>
        </a:xfrm>
      </p:grpSpPr>
      <p:sp>
        <p:nvSpPr>
          <p:cNvPr id="199" name="Google Shape;199;p29"/>
          <p:cNvSpPr/>
          <p:nvPr/>
        </p:nvSpPr>
        <p:spPr>
          <a:xfrm flipH="1">
            <a:off x="1631825" y="-22025"/>
            <a:ext cx="7587300" cy="52179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9"/>
          <p:cNvSpPr/>
          <p:nvPr/>
        </p:nvSpPr>
        <p:spPr>
          <a:xfrm flipH="1">
            <a:off x="317400" y="0"/>
            <a:ext cx="8509200" cy="5143500"/>
          </a:xfrm>
          <a:prstGeom prst="parallelogram">
            <a:avLst>
              <a:gd fmla="val 25000" name="adj"/>
            </a:avLst>
          </a:prstGeom>
          <a:solidFill>
            <a:schemeClr val="accent1"/>
          </a:solidFill>
          <a:ln>
            <a:noFill/>
          </a:ln>
          <a:effectLst>
            <a:outerShdw blurRad="85725" rotWithShape="0" algn="bl" dir="3780000" dist="57150">
              <a:srgbClr val="000000">
                <a:alpha val="58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9"/>
          <p:cNvSpPr txBox="1"/>
          <p:nvPr>
            <p:ph type="title"/>
          </p:nvPr>
        </p:nvSpPr>
        <p:spPr>
          <a:xfrm>
            <a:off x="1458150" y="1665625"/>
            <a:ext cx="6227700" cy="1271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4800"/>
              <a:buFont typeface="Archivo"/>
              <a:buNone/>
              <a:defRPr b="0" sz="2200">
                <a:solidFill>
                  <a:schemeClr val="dk2"/>
                </a:solidFill>
                <a:latin typeface="Raleway"/>
                <a:ea typeface="Raleway"/>
                <a:cs typeface="Raleway"/>
                <a:sym typeface="Raleway"/>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202" name="Google Shape;202;p29"/>
          <p:cNvSpPr txBox="1"/>
          <p:nvPr>
            <p:ph idx="1" type="subTitle"/>
          </p:nvPr>
        </p:nvSpPr>
        <p:spPr>
          <a:xfrm>
            <a:off x="1458150" y="3093950"/>
            <a:ext cx="6227700" cy="4836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Font typeface="Montserrat"/>
              <a:buNone/>
              <a:defRPr b="1" sz="2000">
                <a:solidFill>
                  <a:schemeClr val="dk1"/>
                </a:solidFill>
                <a:latin typeface="Montserrat"/>
                <a:ea typeface="Montserrat"/>
                <a:cs typeface="Montserrat"/>
                <a:sym typeface="Montserra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3" name="Google Shape;203;p29"/>
          <p:cNvCxnSpPr/>
          <p:nvPr/>
        </p:nvCxnSpPr>
        <p:spPr>
          <a:xfrm rot="10800000">
            <a:off x="1309950" y="3973800"/>
            <a:ext cx="7230900" cy="0"/>
          </a:xfrm>
          <a:prstGeom prst="straightConnector1">
            <a:avLst/>
          </a:prstGeom>
          <a:noFill/>
          <a:ln cap="flat" cmpd="sng" w="19050">
            <a:solidFill>
              <a:schemeClr val="dk2"/>
            </a:solidFill>
            <a:prstDash val="solid"/>
            <a:round/>
            <a:headEnd len="med" w="med" type="none"/>
            <a:tailEnd len="med" w="med" type="none"/>
          </a:ln>
        </p:spPr>
      </p:cxnSp>
      <p:cxnSp>
        <p:nvCxnSpPr>
          <p:cNvPr id="204" name="Google Shape;204;p29"/>
          <p:cNvCxnSpPr/>
          <p:nvPr/>
        </p:nvCxnSpPr>
        <p:spPr>
          <a:xfrm rot="10800000">
            <a:off x="8575125" y="3973804"/>
            <a:ext cx="850500" cy="0"/>
          </a:xfrm>
          <a:prstGeom prst="straightConnector1">
            <a:avLst/>
          </a:prstGeom>
          <a:noFill/>
          <a:ln cap="flat" cmpd="sng" w="19050">
            <a:solidFill>
              <a:schemeClr val="dk2"/>
            </a:solidFill>
            <a:prstDash val="dot"/>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2">
    <p:bg>
      <p:bgPr>
        <a:solidFill>
          <a:schemeClr val="dk1"/>
        </a:solidFill>
      </p:bgPr>
    </p:bg>
    <p:spTree>
      <p:nvGrpSpPr>
        <p:cNvPr id="205" name="Shape 205"/>
        <p:cNvGrpSpPr/>
        <p:nvPr/>
      </p:nvGrpSpPr>
      <p:grpSpPr>
        <a:xfrm>
          <a:off x="0" y="0"/>
          <a:ext cx="0" cy="0"/>
          <a:chOff x="0" y="0"/>
          <a:chExt cx="0" cy="0"/>
        </a:xfrm>
      </p:grpSpPr>
      <p:sp>
        <p:nvSpPr>
          <p:cNvPr id="206" name="Google Shape;206;p30"/>
          <p:cNvSpPr txBox="1"/>
          <p:nvPr>
            <p:ph type="title"/>
          </p:nvPr>
        </p:nvSpPr>
        <p:spPr>
          <a:xfrm>
            <a:off x="713225" y="539500"/>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atin typeface="Archivo"/>
                <a:ea typeface="Archivo"/>
                <a:cs typeface="Archivo"/>
                <a:sym typeface="Archivo"/>
              </a:defRPr>
            </a:lvl1pPr>
            <a:lvl2pPr lvl="1" rtl="0">
              <a:spcBef>
                <a:spcPts val="0"/>
              </a:spcBef>
              <a:spcAft>
                <a:spcPts val="0"/>
              </a:spcAft>
              <a:buSzPts val="2800"/>
              <a:buNone/>
              <a:defRPr>
                <a:latin typeface="Archivo"/>
                <a:ea typeface="Archivo"/>
                <a:cs typeface="Archivo"/>
                <a:sym typeface="Archivo"/>
              </a:defRPr>
            </a:lvl2pPr>
            <a:lvl3pPr lvl="2" rtl="0">
              <a:spcBef>
                <a:spcPts val="0"/>
              </a:spcBef>
              <a:spcAft>
                <a:spcPts val="0"/>
              </a:spcAft>
              <a:buSzPts val="2800"/>
              <a:buNone/>
              <a:defRPr>
                <a:latin typeface="Archivo"/>
                <a:ea typeface="Archivo"/>
                <a:cs typeface="Archivo"/>
                <a:sym typeface="Archivo"/>
              </a:defRPr>
            </a:lvl3pPr>
            <a:lvl4pPr lvl="3" rtl="0">
              <a:spcBef>
                <a:spcPts val="0"/>
              </a:spcBef>
              <a:spcAft>
                <a:spcPts val="0"/>
              </a:spcAft>
              <a:buSzPts val="2800"/>
              <a:buNone/>
              <a:defRPr>
                <a:latin typeface="Archivo"/>
                <a:ea typeface="Archivo"/>
                <a:cs typeface="Archivo"/>
                <a:sym typeface="Archivo"/>
              </a:defRPr>
            </a:lvl4pPr>
            <a:lvl5pPr lvl="4" rtl="0">
              <a:spcBef>
                <a:spcPts val="0"/>
              </a:spcBef>
              <a:spcAft>
                <a:spcPts val="0"/>
              </a:spcAft>
              <a:buSzPts val="2800"/>
              <a:buNone/>
              <a:defRPr>
                <a:latin typeface="Archivo"/>
                <a:ea typeface="Archivo"/>
                <a:cs typeface="Archivo"/>
                <a:sym typeface="Archivo"/>
              </a:defRPr>
            </a:lvl5pPr>
            <a:lvl6pPr lvl="5" rtl="0">
              <a:spcBef>
                <a:spcPts val="0"/>
              </a:spcBef>
              <a:spcAft>
                <a:spcPts val="0"/>
              </a:spcAft>
              <a:buSzPts val="2800"/>
              <a:buNone/>
              <a:defRPr>
                <a:latin typeface="Archivo"/>
                <a:ea typeface="Archivo"/>
                <a:cs typeface="Archivo"/>
                <a:sym typeface="Archivo"/>
              </a:defRPr>
            </a:lvl6pPr>
            <a:lvl7pPr lvl="6" rtl="0">
              <a:spcBef>
                <a:spcPts val="0"/>
              </a:spcBef>
              <a:spcAft>
                <a:spcPts val="0"/>
              </a:spcAft>
              <a:buSzPts val="2800"/>
              <a:buNone/>
              <a:defRPr>
                <a:latin typeface="Archivo"/>
                <a:ea typeface="Archivo"/>
                <a:cs typeface="Archivo"/>
                <a:sym typeface="Archivo"/>
              </a:defRPr>
            </a:lvl7pPr>
            <a:lvl8pPr lvl="7" rtl="0">
              <a:spcBef>
                <a:spcPts val="0"/>
              </a:spcBef>
              <a:spcAft>
                <a:spcPts val="0"/>
              </a:spcAft>
              <a:buSzPts val="2800"/>
              <a:buNone/>
              <a:defRPr>
                <a:latin typeface="Archivo"/>
                <a:ea typeface="Archivo"/>
                <a:cs typeface="Archivo"/>
                <a:sym typeface="Archivo"/>
              </a:defRPr>
            </a:lvl8pPr>
            <a:lvl9pPr lvl="8" rtl="0">
              <a:spcBef>
                <a:spcPts val="0"/>
              </a:spcBef>
              <a:spcAft>
                <a:spcPts val="0"/>
              </a:spcAft>
              <a:buSzPts val="2800"/>
              <a:buNone/>
              <a:defRPr>
                <a:latin typeface="Archivo"/>
                <a:ea typeface="Archivo"/>
                <a:cs typeface="Archivo"/>
                <a:sym typeface="Archivo"/>
              </a:defRPr>
            </a:lvl9pPr>
          </a:lstStyle>
          <a:p/>
        </p:txBody>
      </p:sp>
      <p:sp>
        <p:nvSpPr>
          <p:cNvPr id="207" name="Google Shape;207;p30"/>
          <p:cNvSpPr/>
          <p:nvPr/>
        </p:nvSpPr>
        <p:spPr>
          <a:xfrm>
            <a:off x="-44100" y="4372700"/>
            <a:ext cx="9232200" cy="871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8" name="Google Shape;208;p30"/>
          <p:cNvGrpSpPr/>
          <p:nvPr/>
        </p:nvGrpSpPr>
        <p:grpSpPr>
          <a:xfrm flipH="1">
            <a:off x="-44100" y="4856100"/>
            <a:ext cx="6396725" cy="0"/>
            <a:chOff x="-52825" y="3943350"/>
            <a:chExt cx="6396725" cy="0"/>
          </a:xfrm>
        </p:grpSpPr>
        <p:cxnSp>
          <p:nvCxnSpPr>
            <p:cNvPr id="209" name="Google Shape;209;p30"/>
            <p:cNvCxnSpPr/>
            <p:nvPr/>
          </p:nvCxnSpPr>
          <p:spPr>
            <a:xfrm>
              <a:off x="1940500" y="3943350"/>
              <a:ext cx="4403400" cy="0"/>
            </a:xfrm>
            <a:prstGeom prst="straightConnector1">
              <a:avLst/>
            </a:prstGeom>
            <a:noFill/>
            <a:ln cap="flat" cmpd="sng" w="19050">
              <a:solidFill>
                <a:schemeClr val="dk2"/>
              </a:solidFill>
              <a:prstDash val="solid"/>
              <a:round/>
              <a:headEnd len="med" w="med" type="none"/>
              <a:tailEnd len="med" w="med" type="none"/>
            </a:ln>
          </p:spPr>
        </p:cxnSp>
        <p:cxnSp>
          <p:nvCxnSpPr>
            <p:cNvPr id="210" name="Google Shape;210;p30"/>
            <p:cNvCxnSpPr/>
            <p:nvPr/>
          </p:nvCxnSpPr>
          <p:spPr>
            <a:xfrm>
              <a:off x="-52825" y="3943350"/>
              <a:ext cx="1968600" cy="0"/>
            </a:xfrm>
            <a:prstGeom prst="straightConnector1">
              <a:avLst/>
            </a:prstGeom>
            <a:noFill/>
            <a:ln cap="flat" cmpd="sng" w="19050">
              <a:solidFill>
                <a:schemeClr val="dk2"/>
              </a:solidFill>
              <a:prstDash val="dot"/>
              <a:round/>
              <a:headEnd len="med" w="med" type="none"/>
              <a:tailEnd len="med" w="med" type="none"/>
            </a:ln>
          </p:spPr>
        </p:cxn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2_1">
    <p:spTree>
      <p:nvGrpSpPr>
        <p:cNvPr id="211" name="Shape 211"/>
        <p:cNvGrpSpPr/>
        <p:nvPr/>
      </p:nvGrpSpPr>
      <p:grpSpPr>
        <a:xfrm>
          <a:off x="0" y="0"/>
          <a:ext cx="0" cy="0"/>
          <a:chOff x="0" y="0"/>
          <a:chExt cx="0" cy="0"/>
        </a:xfrm>
      </p:grpSpPr>
      <p:sp>
        <p:nvSpPr>
          <p:cNvPr id="212" name="Google Shape;212;p31"/>
          <p:cNvSpPr txBox="1"/>
          <p:nvPr>
            <p:ph type="title"/>
          </p:nvPr>
        </p:nvSpPr>
        <p:spPr>
          <a:xfrm>
            <a:off x="713225" y="539500"/>
            <a:ext cx="4163700" cy="10875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atin typeface="Archivo"/>
                <a:ea typeface="Archivo"/>
                <a:cs typeface="Archivo"/>
                <a:sym typeface="Archivo"/>
              </a:defRPr>
            </a:lvl1pPr>
            <a:lvl2pPr lvl="1" rtl="0">
              <a:spcBef>
                <a:spcPts val="0"/>
              </a:spcBef>
              <a:spcAft>
                <a:spcPts val="0"/>
              </a:spcAft>
              <a:buSzPts val="2800"/>
              <a:buNone/>
              <a:defRPr>
                <a:latin typeface="Archivo"/>
                <a:ea typeface="Archivo"/>
                <a:cs typeface="Archivo"/>
                <a:sym typeface="Archivo"/>
              </a:defRPr>
            </a:lvl2pPr>
            <a:lvl3pPr lvl="2" rtl="0">
              <a:spcBef>
                <a:spcPts val="0"/>
              </a:spcBef>
              <a:spcAft>
                <a:spcPts val="0"/>
              </a:spcAft>
              <a:buSzPts val="2800"/>
              <a:buNone/>
              <a:defRPr>
                <a:latin typeface="Archivo"/>
                <a:ea typeface="Archivo"/>
                <a:cs typeface="Archivo"/>
                <a:sym typeface="Archivo"/>
              </a:defRPr>
            </a:lvl3pPr>
            <a:lvl4pPr lvl="3" rtl="0">
              <a:spcBef>
                <a:spcPts val="0"/>
              </a:spcBef>
              <a:spcAft>
                <a:spcPts val="0"/>
              </a:spcAft>
              <a:buSzPts val="2800"/>
              <a:buNone/>
              <a:defRPr>
                <a:latin typeface="Archivo"/>
                <a:ea typeface="Archivo"/>
                <a:cs typeface="Archivo"/>
                <a:sym typeface="Archivo"/>
              </a:defRPr>
            </a:lvl4pPr>
            <a:lvl5pPr lvl="4" rtl="0">
              <a:spcBef>
                <a:spcPts val="0"/>
              </a:spcBef>
              <a:spcAft>
                <a:spcPts val="0"/>
              </a:spcAft>
              <a:buSzPts val="2800"/>
              <a:buNone/>
              <a:defRPr>
                <a:latin typeface="Archivo"/>
                <a:ea typeface="Archivo"/>
                <a:cs typeface="Archivo"/>
                <a:sym typeface="Archivo"/>
              </a:defRPr>
            </a:lvl5pPr>
            <a:lvl6pPr lvl="5" rtl="0">
              <a:spcBef>
                <a:spcPts val="0"/>
              </a:spcBef>
              <a:spcAft>
                <a:spcPts val="0"/>
              </a:spcAft>
              <a:buSzPts val="2800"/>
              <a:buNone/>
              <a:defRPr>
                <a:latin typeface="Archivo"/>
                <a:ea typeface="Archivo"/>
                <a:cs typeface="Archivo"/>
                <a:sym typeface="Archivo"/>
              </a:defRPr>
            </a:lvl6pPr>
            <a:lvl7pPr lvl="6" rtl="0">
              <a:spcBef>
                <a:spcPts val="0"/>
              </a:spcBef>
              <a:spcAft>
                <a:spcPts val="0"/>
              </a:spcAft>
              <a:buSzPts val="2800"/>
              <a:buNone/>
              <a:defRPr>
                <a:latin typeface="Archivo"/>
                <a:ea typeface="Archivo"/>
                <a:cs typeface="Archivo"/>
                <a:sym typeface="Archivo"/>
              </a:defRPr>
            </a:lvl7pPr>
            <a:lvl8pPr lvl="7" rtl="0">
              <a:spcBef>
                <a:spcPts val="0"/>
              </a:spcBef>
              <a:spcAft>
                <a:spcPts val="0"/>
              </a:spcAft>
              <a:buSzPts val="2800"/>
              <a:buNone/>
              <a:defRPr>
                <a:latin typeface="Archivo"/>
                <a:ea typeface="Archivo"/>
                <a:cs typeface="Archivo"/>
                <a:sym typeface="Archivo"/>
              </a:defRPr>
            </a:lvl8pPr>
            <a:lvl9pPr lvl="8" rtl="0">
              <a:spcBef>
                <a:spcPts val="0"/>
              </a:spcBef>
              <a:spcAft>
                <a:spcPts val="0"/>
              </a:spcAft>
              <a:buSzPts val="2800"/>
              <a:buNone/>
              <a:defRPr>
                <a:latin typeface="Archivo"/>
                <a:ea typeface="Archivo"/>
                <a:cs typeface="Archivo"/>
                <a:sym typeface="Archivo"/>
              </a:defRPr>
            </a:lvl9pPr>
          </a:lstStyle>
          <a:p/>
        </p:txBody>
      </p:sp>
      <p:sp>
        <p:nvSpPr>
          <p:cNvPr id="213" name="Google Shape;213;p31"/>
          <p:cNvSpPr/>
          <p:nvPr/>
        </p:nvSpPr>
        <p:spPr>
          <a:xfrm>
            <a:off x="4826525" y="-21600"/>
            <a:ext cx="4387200" cy="5193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4" name="Google Shape;214;p31"/>
          <p:cNvGrpSpPr/>
          <p:nvPr/>
        </p:nvGrpSpPr>
        <p:grpSpPr>
          <a:xfrm>
            <a:off x="390250" y="1925450"/>
            <a:ext cx="0" cy="3279650"/>
            <a:chOff x="397450" y="-362125"/>
            <a:chExt cx="0" cy="3279650"/>
          </a:xfrm>
        </p:grpSpPr>
        <p:cxnSp>
          <p:nvCxnSpPr>
            <p:cNvPr id="215" name="Google Shape;215;p31"/>
            <p:cNvCxnSpPr/>
            <p:nvPr/>
          </p:nvCxnSpPr>
          <p:spPr>
            <a:xfrm rot="10800000">
              <a:off x="397450" y="537625"/>
              <a:ext cx="0" cy="2379900"/>
            </a:xfrm>
            <a:prstGeom prst="straightConnector1">
              <a:avLst/>
            </a:prstGeom>
            <a:noFill/>
            <a:ln cap="flat" cmpd="sng" w="19050">
              <a:solidFill>
                <a:schemeClr val="accent1"/>
              </a:solidFill>
              <a:prstDash val="solid"/>
              <a:round/>
              <a:headEnd len="med" w="med" type="none"/>
              <a:tailEnd len="med" w="med" type="none"/>
            </a:ln>
          </p:spPr>
        </p:cxnSp>
        <p:cxnSp>
          <p:nvCxnSpPr>
            <p:cNvPr id="216" name="Google Shape;216;p31"/>
            <p:cNvCxnSpPr/>
            <p:nvPr/>
          </p:nvCxnSpPr>
          <p:spPr>
            <a:xfrm rot="10800000">
              <a:off x="397450" y="-362125"/>
              <a:ext cx="0" cy="899700"/>
            </a:xfrm>
            <a:prstGeom prst="straightConnector1">
              <a:avLst/>
            </a:prstGeom>
            <a:noFill/>
            <a:ln cap="flat" cmpd="sng" w="19050">
              <a:solidFill>
                <a:schemeClr val="accent1"/>
              </a:solidFill>
              <a:prstDash val="dot"/>
              <a:round/>
              <a:headEnd len="med" w="med" type="none"/>
              <a:tailEnd len="med" w="med" type="none"/>
            </a:ln>
          </p:spPr>
        </p:cxn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Clr>
                <a:schemeClr val="dk1"/>
              </a:buClr>
              <a:buSzPts val="3000"/>
              <a:buFont typeface="Montserrat Medium"/>
              <a:buNone/>
              <a:defRPr sz="3000">
                <a:solidFill>
                  <a:schemeClr val="dk1"/>
                </a:solidFill>
                <a:latin typeface="Montserrat Medium"/>
                <a:ea typeface="Montserrat Medium"/>
                <a:cs typeface="Montserrat Medium"/>
                <a:sym typeface="Montserrat Medium"/>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713225" y="1246950"/>
            <a:ext cx="7717500" cy="3416400"/>
          </a:xfrm>
          <a:prstGeom prst="rect">
            <a:avLst/>
          </a:prstGeom>
          <a:noFill/>
          <a:ln>
            <a:noFill/>
          </a:ln>
        </p:spPr>
        <p:txBody>
          <a:bodyPr anchorCtr="0" anchor="ctr"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Raleway"/>
              <a:buChar char="●"/>
              <a:defRPr sz="1800">
                <a:solidFill>
                  <a:schemeClr val="dk1"/>
                </a:solidFill>
                <a:latin typeface="Raleway"/>
                <a:ea typeface="Raleway"/>
                <a:cs typeface="Raleway"/>
                <a:sym typeface="Raleway"/>
              </a:defRPr>
            </a:lvl1pPr>
            <a:lvl2pPr indent="-317500" lvl="1" marL="9144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2pPr>
            <a:lvl3pPr indent="-317500" lvl="2" marL="13716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3pPr>
            <a:lvl4pPr indent="-317500" lvl="3" marL="18288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4pPr>
            <a:lvl5pPr indent="-317500" lvl="4" marL="22860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5pPr>
            <a:lvl6pPr indent="-317500" lvl="5" marL="27432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6pPr>
            <a:lvl7pPr indent="-317500" lvl="6" marL="32004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7pPr>
            <a:lvl8pPr indent="-317500" lvl="7" marL="36576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8pPr>
            <a:lvl9pPr indent="-317500" lvl="8" marL="4114800">
              <a:lnSpc>
                <a:spcPct val="100000"/>
              </a:lnSpc>
              <a:spcBef>
                <a:spcPts val="0"/>
              </a:spcBef>
              <a:spcAft>
                <a:spcPts val="0"/>
              </a:spcAft>
              <a:buClr>
                <a:schemeClr val="dk1"/>
              </a:buClr>
              <a:buSzPts val="1400"/>
              <a:buFont typeface="Raleway"/>
              <a:buChar char="■"/>
              <a:defRPr>
                <a:solidFill>
                  <a:schemeClr val="dk1"/>
                </a:solidFill>
                <a:latin typeface="Raleway"/>
                <a:ea typeface="Raleway"/>
                <a:cs typeface="Raleway"/>
                <a:sym typeface="Raleway"/>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defRPr>
            </a:lvl1pPr>
            <a:lvl2pPr lvl="1" algn="r">
              <a:buNone/>
              <a:defRPr sz="1000">
                <a:solidFill>
                  <a:schemeClr val="dk1"/>
                </a:solidFill>
              </a:defRPr>
            </a:lvl2pPr>
            <a:lvl3pPr lvl="2" algn="r">
              <a:buNone/>
              <a:defRPr sz="1000">
                <a:solidFill>
                  <a:schemeClr val="dk1"/>
                </a:solidFill>
              </a:defRPr>
            </a:lvl3pPr>
            <a:lvl4pPr lvl="3" algn="r">
              <a:buNone/>
              <a:defRPr sz="1000">
                <a:solidFill>
                  <a:schemeClr val="dk1"/>
                </a:solidFill>
              </a:defRPr>
            </a:lvl4pPr>
            <a:lvl5pPr lvl="4" algn="r">
              <a:buNone/>
              <a:defRPr sz="1000">
                <a:solidFill>
                  <a:schemeClr val="dk1"/>
                </a:solidFill>
              </a:defRPr>
            </a:lvl5pPr>
            <a:lvl6pPr lvl="5" algn="r">
              <a:buNone/>
              <a:defRPr sz="1000">
                <a:solidFill>
                  <a:schemeClr val="dk1"/>
                </a:solidFill>
              </a:defRPr>
            </a:lvl6pPr>
            <a:lvl7pPr lvl="6" algn="r">
              <a:buNone/>
              <a:defRPr sz="1000">
                <a:solidFill>
                  <a:schemeClr val="dk1"/>
                </a:solidFill>
              </a:defRPr>
            </a:lvl7pPr>
            <a:lvl8pPr lvl="7" algn="r">
              <a:buNone/>
              <a:defRPr sz="1000">
                <a:solidFill>
                  <a:schemeClr val="dk1"/>
                </a:solidFill>
              </a:defRPr>
            </a:lvl8pPr>
            <a:lvl9pPr lvl="8" algn="r">
              <a:buNone/>
              <a:defRPr sz="1000">
                <a:solidFill>
                  <a:schemeClr val="dk1"/>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EA4335"/>
          </p15:clr>
        </p15:guide>
        <p15:guide id="2" pos="2880">
          <p15:clr>
            <a:srgbClr val="EA4335"/>
          </p15:clr>
        </p15:guide>
        <p15:guide id="3" pos="5311">
          <p15:clr>
            <a:srgbClr val="EA4335"/>
          </p15:clr>
        </p15:guide>
        <p15:guide id="4" pos="449">
          <p15:clr>
            <a:srgbClr val="EA4335"/>
          </p15:clr>
        </p15:guide>
        <p15:guide id="5" orient="horz" pos="340">
          <p15:clr>
            <a:srgbClr val="EA4335"/>
          </p15:clr>
        </p15:guide>
        <p15:guide id="6" orient="horz" pos="290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1.jpg"/><Relationship Id="rId5" Type="http://schemas.openxmlformats.org/officeDocument/2006/relationships/image" Target="../media/image7.jpg"/><Relationship Id="rId6" Type="http://schemas.openxmlformats.org/officeDocument/2006/relationships/image" Target="../media/image15.jpg"/><Relationship Id="rId7" Type="http://schemas.openxmlformats.org/officeDocument/2006/relationships/image" Target="../media/image1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1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20" name="Shape 220"/>
        <p:cNvGrpSpPr/>
        <p:nvPr/>
      </p:nvGrpSpPr>
      <p:grpSpPr>
        <a:xfrm>
          <a:off x="0" y="0"/>
          <a:ext cx="0" cy="0"/>
          <a:chOff x="0" y="0"/>
          <a:chExt cx="0" cy="0"/>
        </a:xfrm>
      </p:grpSpPr>
      <p:pic>
        <p:nvPicPr>
          <p:cNvPr id="221" name="Google Shape;221;p32"/>
          <p:cNvPicPr preferRelativeResize="0"/>
          <p:nvPr/>
        </p:nvPicPr>
        <p:blipFill rotWithShape="1">
          <a:blip r:embed="rId3">
            <a:alphaModFix/>
          </a:blip>
          <a:srcRect b="0" l="19643" r="43742" t="0"/>
          <a:stretch/>
        </p:blipFill>
        <p:spPr>
          <a:xfrm>
            <a:off x="3339000" y="0"/>
            <a:ext cx="5805000" cy="5143500"/>
          </a:xfrm>
          <a:prstGeom prst="rect">
            <a:avLst/>
          </a:prstGeom>
          <a:noFill/>
          <a:ln>
            <a:noFill/>
          </a:ln>
        </p:spPr>
      </p:pic>
      <p:sp>
        <p:nvSpPr>
          <p:cNvPr id="222" name="Google Shape;222;p32"/>
          <p:cNvSpPr/>
          <p:nvPr/>
        </p:nvSpPr>
        <p:spPr>
          <a:xfrm>
            <a:off x="574225" y="0"/>
            <a:ext cx="5251200" cy="5143500"/>
          </a:xfrm>
          <a:prstGeom prst="parallelogram">
            <a:avLst>
              <a:gd fmla="val 25000" name="adj"/>
            </a:avLst>
          </a:prstGeom>
          <a:solidFill>
            <a:schemeClr val="accent1"/>
          </a:solidFill>
          <a:ln>
            <a:noFill/>
          </a:ln>
          <a:effectLst>
            <a:outerShdw blurRad="71438" rotWithShape="0" algn="bl" dir="9720000" dist="85725">
              <a:srgbClr val="000000">
                <a:alpha val="25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2"/>
          <p:cNvSpPr txBox="1"/>
          <p:nvPr>
            <p:ph type="ctrTitle"/>
          </p:nvPr>
        </p:nvSpPr>
        <p:spPr>
          <a:xfrm>
            <a:off x="1175725" y="825938"/>
            <a:ext cx="3892500" cy="28959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fr" sz="4800"/>
              <a:t>ARKHEION</a:t>
            </a:r>
            <a:endParaRPr sz="4800"/>
          </a:p>
        </p:txBody>
      </p:sp>
      <p:sp>
        <p:nvSpPr>
          <p:cNvPr id="224" name="Google Shape;224;p32"/>
          <p:cNvSpPr txBox="1"/>
          <p:nvPr>
            <p:ph idx="1" type="subTitle"/>
          </p:nvPr>
        </p:nvSpPr>
        <p:spPr>
          <a:xfrm>
            <a:off x="713225" y="4164850"/>
            <a:ext cx="4285500" cy="720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fr"/>
              <a:t>Agnes Barbosa, Nathan Cavalcante, Wellington Coutinho, Wilson Melo</a:t>
            </a:r>
            <a:endParaRPr/>
          </a:p>
        </p:txBody>
      </p:sp>
      <p:grpSp>
        <p:nvGrpSpPr>
          <p:cNvPr id="225" name="Google Shape;225;p32"/>
          <p:cNvGrpSpPr/>
          <p:nvPr/>
        </p:nvGrpSpPr>
        <p:grpSpPr>
          <a:xfrm>
            <a:off x="-52825" y="3943350"/>
            <a:ext cx="5318225" cy="0"/>
            <a:chOff x="-52825" y="3943350"/>
            <a:chExt cx="5318225" cy="0"/>
          </a:xfrm>
        </p:grpSpPr>
        <p:cxnSp>
          <p:nvCxnSpPr>
            <p:cNvPr id="226" name="Google Shape;226;p32"/>
            <p:cNvCxnSpPr/>
            <p:nvPr/>
          </p:nvCxnSpPr>
          <p:spPr>
            <a:xfrm>
              <a:off x="1940500" y="3943350"/>
              <a:ext cx="3324900" cy="0"/>
            </a:xfrm>
            <a:prstGeom prst="straightConnector1">
              <a:avLst/>
            </a:prstGeom>
            <a:noFill/>
            <a:ln cap="flat" cmpd="sng" w="19050">
              <a:solidFill>
                <a:schemeClr val="dk2"/>
              </a:solidFill>
              <a:prstDash val="solid"/>
              <a:round/>
              <a:headEnd len="med" w="med" type="none"/>
              <a:tailEnd len="med" w="med" type="none"/>
            </a:ln>
          </p:spPr>
        </p:cxnSp>
        <p:cxnSp>
          <p:nvCxnSpPr>
            <p:cNvPr id="227" name="Google Shape;227;p32"/>
            <p:cNvCxnSpPr/>
            <p:nvPr/>
          </p:nvCxnSpPr>
          <p:spPr>
            <a:xfrm>
              <a:off x="-52825" y="3943350"/>
              <a:ext cx="1968600" cy="0"/>
            </a:xfrm>
            <a:prstGeom prst="straightConnector1">
              <a:avLst/>
            </a:prstGeom>
            <a:noFill/>
            <a:ln cap="flat" cmpd="sng" w="19050">
              <a:solidFill>
                <a:schemeClr val="dk2"/>
              </a:solidFill>
              <a:prstDash val="dot"/>
              <a:round/>
              <a:headEnd len="med" w="med" type="none"/>
              <a:tailEnd len="med" w="med" type="none"/>
            </a:ln>
          </p:spPr>
        </p:cxn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31" name="Shape 231"/>
        <p:cNvGrpSpPr/>
        <p:nvPr/>
      </p:nvGrpSpPr>
      <p:grpSpPr>
        <a:xfrm>
          <a:off x="0" y="0"/>
          <a:ext cx="0" cy="0"/>
          <a:chOff x="0" y="0"/>
          <a:chExt cx="0" cy="0"/>
        </a:xfrm>
      </p:grpSpPr>
      <p:pic>
        <p:nvPicPr>
          <p:cNvPr id="232" name="Google Shape;232;p33"/>
          <p:cNvPicPr preferRelativeResize="0"/>
          <p:nvPr/>
        </p:nvPicPr>
        <p:blipFill rotWithShape="1">
          <a:blip r:embed="rId3">
            <a:alphaModFix/>
          </a:blip>
          <a:srcRect b="15554" l="3366" r="2869" t="14441"/>
          <a:stretch/>
        </p:blipFill>
        <p:spPr>
          <a:xfrm>
            <a:off x="5099625" y="2857025"/>
            <a:ext cx="1056600" cy="1028400"/>
          </a:xfrm>
          <a:prstGeom prst="ellipse">
            <a:avLst/>
          </a:prstGeom>
          <a:noFill/>
          <a:ln>
            <a:noFill/>
          </a:ln>
        </p:spPr>
      </p:pic>
      <p:pic>
        <p:nvPicPr>
          <p:cNvPr id="233" name="Google Shape;233;p33"/>
          <p:cNvPicPr preferRelativeResize="0"/>
          <p:nvPr/>
        </p:nvPicPr>
        <p:blipFill rotWithShape="1">
          <a:blip r:embed="rId4">
            <a:alphaModFix/>
          </a:blip>
          <a:srcRect b="0" l="2959" r="0" t="9"/>
          <a:stretch/>
        </p:blipFill>
        <p:spPr>
          <a:xfrm>
            <a:off x="6884450" y="2847525"/>
            <a:ext cx="1056600" cy="1028400"/>
          </a:xfrm>
          <a:prstGeom prst="ellipse">
            <a:avLst/>
          </a:prstGeom>
          <a:noFill/>
          <a:ln>
            <a:noFill/>
          </a:ln>
        </p:spPr>
      </p:pic>
      <p:pic>
        <p:nvPicPr>
          <p:cNvPr id="234" name="Google Shape;234;p33"/>
          <p:cNvPicPr preferRelativeResize="0"/>
          <p:nvPr/>
        </p:nvPicPr>
        <p:blipFill rotWithShape="1">
          <a:blip r:embed="rId5">
            <a:alphaModFix/>
          </a:blip>
          <a:srcRect b="37216" l="-999" r="-989" t="7965"/>
          <a:stretch/>
        </p:blipFill>
        <p:spPr>
          <a:xfrm>
            <a:off x="3377275" y="2847525"/>
            <a:ext cx="1056600" cy="1028400"/>
          </a:xfrm>
          <a:prstGeom prst="ellipse">
            <a:avLst/>
          </a:prstGeom>
          <a:noFill/>
          <a:ln>
            <a:noFill/>
          </a:ln>
        </p:spPr>
      </p:pic>
      <p:pic>
        <p:nvPicPr>
          <p:cNvPr id="235" name="Google Shape;235;p33"/>
          <p:cNvPicPr preferRelativeResize="0"/>
          <p:nvPr/>
        </p:nvPicPr>
        <p:blipFill rotWithShape="1">
          <a:blip r:embed="rId6">
            <a:alphaModFix/>
          </a:blip>
          <a:srcRect b="31893" l="0" r="0" t="1440"/>
          <a:stretch/>
        </p:blipFill>
        <p:spPr>
          <a:xfrm>
            <a:off x="1612475" y="2857025"/>
            <a:ext cx="1056600" cy="1028400"/>
          </a:xfrm>
          <a:prstGeom prst="ellipse">
            <a:avLst/>
          </a:prstGeom>
          <a:noFill/>
          <a:ln>
            <a:noFill/>
          </a:ln>
        </p:spPr>
      </p:pic>
      <p:sp>
        <p:nvSpPr>
          <p:cNvPr id="236" name="Google Shape;236;p33"/>
          <p:cNvSpPr txBox="1"/>
          <p:nvPr>
            <p:ph idx="4294967295" type="ctrTitle"/>
          </p:nvPr>
        </p:nvSpPr>
        <p:spPr>
          <a:xfrm>
            <a:off x="2625750" y="-7"/>
            <a:ext cx="3892500" cy="13776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b="1" lang="fr">
                <a:solidFill>
                  <a:schemeClr val="lt1"/>
                </a:solidFill>
                <a:latin typeface="Montserrat"/>
                <a:ea typeface="Montserrat"/>
                <a:cs typeface="Montserrat"/>
                <a:sym typeface="Montserrat"/>
              </a:rPr>
              <a:t>INTEGRANTES</a:t>
            </a:r>
            <a:endParaRPr b="1">
              <a:solidFill>
                <a:schemeClr val="lt1"/>
              </a:solidFill>
              <a:latin typeface="Montserrat"/>
              <a:ea typeface="Montserrat"/>
              <a:cs typeface="Montserrat"/>
              <a:sym typeface="Montserrat"/>
            </a:endParaRPr>
          </a:p>
        </p:txBody>
      </p:sp>
      <p:sp>
        <p:nvSpPr>
          <p:cNvPr id="237" name="Google Shape;237;p33"/>
          <p:cNvSpPr txBox="1"/>
          <p:nvPr>
            <p:ph idx="4294967295" type="ctrTitle"/>
          </p:nvPr>
        </p:nvSpPr>
        <p:spPr>
          <a:xfrm>
            <a:off x="1520225" y="3748200"/>
            <a:ext cx="1308900" cy="9954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fr" sz="1200">
                <a:solidFill>
                  <a:schemeClr val="lt1"/>
                </a:solidFill>
              </a:rPr>
              <a:t>Agnes Barbosa</a:t>
            </a:r>
            <a:endParaRPr sz="1200">
              <a:solidFill>
                <a:schemeClr val="lt1"/>
              </a:solidFill>
            </a:endParaRPr>
          </a:p>
        </p:txBody>
      </p:sp>
      <p:sp>
        <p:nvSpPr>
          <p:cNvPr id="238" name="Google Shape;238;p33"/>
          <p:cNvSpPr txBox="1"/>
          <p:nvPr>
            <p:ph idx="4294967295" type="ctrTitle"/>
          </p:nvPr>
        </p:nvSpPr>
        <p:spPr>
          <a:xfrm>
            <a:off x="3177288" y="3748200"/>
            <a:ext cx="1486800" cy="9954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fr" sz="1200">
                <a:solidFill>
                  <a:schemeClr val="lt1"/>
                </a:solidFill>
              </a:rPr>
              <a:t>Nathan Cavalcante</a:t>
            </a:r>
            <a:endParaRPr sz="1200">
              <a:solidFill>
                <a:schemeClr val="lt1"/>
              </a:solidFill>
            </a:endParaRPr>
          </a:p>
        </p:txBody>
      </p:sp>
      <p:sp>
        <p:nvSpPr>
          <p:cNvPr id="239" name="Google Shape;239;p33"/>
          <p:cNvSpPr txBox="1"/>
          <p:nvPr>
            <p:ph idx="4294967295" type="ctrTitle"/>
          </p:nvPr>
        </p:nvSpPr>
        <p:spPr>
          <a:xfrm>
            <a:off x="4884513" y="3748200"/>
            <a:ext cx="1486800" cy="9954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fr" sz="1200">
                <a:solidFill>
                  <a:schemeClr val="lt1"/>
                </a:solidFill>
              </a:rPr>
              <a:t>Wellington Coutinho</a:t>
            </a:r>
            <a:r>
              <a:rPr lang="fr" sz="1200">
                <a:solidFill>
                  <a:schemeClr val="lt1"/>
                </a:solidFill>
              </a:rPr>
              <a:t> </a:t>
            </a:r>
            <a:endParaRPr sz="1200">
              <a:solidFill>
                <a:schemeClr val="lt1"/>
              </a:solidFill>
            </a:endParaRPr>
          </a:p>
        </p:txBody>
      </p:sp>
      <p:sp>
        <p:nvSpPr>
          <p:cNvPr id="240" name="Google Shape;240;p33"/>
          <p:cNvSpPr txBox="1"/>
          <p:nvPr>
            <p:ph idx="4294967295" type="ctrTitle"/>
          </p:nvPr>
        </p:nvSpPr>
        <p:spPr>
          <a:xfrm>
            <a:off x="6669338" y="3748200"/>
            <a:ext cx="1486800" cy="9954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fr" sz="1200">
                <a:solidFill>
                  <a:schemeClr val="lt1"/>
                </a:solidFill>
              </a:rPr>
              <a:t>Wilson</a:t>
            </a:r>
            <a:endParaRPr sz="1200">
              <a:solidFill>
                <a:schemeClr val="lt1"/>
              </a:solidFill>
            </a:endParaRPr>
          </a:p>
          <a:p>
            <a:pPr indent="0" lvl="0" marL="0" rtl="0" algn="ctr">
              <a:spcBef>
                <a:spcPts val="0"/>
              </a:spcBef>
              <a:spcAft>
                <a:spcPts val="0"/>
              </a:spcAft>
              <a:buNone/>
            </a:pPr>
            <a:r>
              <a:rPr lang="fr" sz="1200">
                <a:solidFill>
                  <a:schemeClr val="lt1"/>
                </a:solidFill>
              </a:rPr>
              <a:t> Melo</a:t>
            </a:r>
            <a:endParaRPr sz="1200">
              <a:solidFill>
                <a:schemeClr val="lt1"/>
              </a:solidFill>
            </a:endParaRPr>
          </a:p>
        </p:txBody>
      </p:sp>
      <p:pic>
        <p:nvPicPr>
          <p:cNvPr id="241" name="Google Shape;241;p33"/>
          <p:cNvPicPr preferRelativeResize="0"/>
          <p:nvPr/>
        </p:nvPicPr>
        <p:blipFill>
          <a:blip r:embed="rId7">
            <a:alphaModFix/>
          </a:blip>
          <a:stretch>
            <a:fillRect/>
          </a:stretch>
        </p:blipFill>
        <p:spPr>
          <a:xfrm>
            <a:off x="2829125" y="1008750"/>
            <a:ext cx="1486800" cy="1486800"/>
          </a:xfrm>
          <a:prstGeom prst="ellipse">
            <a:avLst/>
          </a:prstGeom>
          <a:noFill/>
          <a:ln>
            <a:noFill/>
          </a:ln>
        </p:spPr>
      </p:pic>
      <p:sp>
        <p:nvSpPr>
          <p:cNvPr id="242" name="Google Shape;242;p33"/>
          <p:cNvSpPr txBox="1"/>
          <p:nvPr>
            <p:ph idx="4294967295" type="ctrTitle"/>
          </p:nvPr>
        </p:nvSpPr>
        <p:spPr>
          <a:xfrm>
            <a:off x="4433878" y="1254450"/>
            <a:ext cx="1829100" cy="9954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lang="fr" sz="1300">
                <a:solidFill>
                  <a:schemeClr val="lt1"/>
                </a:solidFill>
              </a:rPr>
              <a:t>Fellipe Aleixo</a:t>
            </a:r>
            <a:endParaRPr sz="1300">
              <a:solidFill>
                <a:schemeClr val="lt1"/>
              </a:solidFill>
            </a:endParaRPr>
          </a:p>
          <a:p>
            <a:pPr indent="0" lvl="0" marL="0" rtl="0" algn="ctr">
              <a:spcBef>
                <a:spcPts val="0"/>
              </a:spcBef>
              <a:spcAft>
                <a:spcPts val="0"/>
              </a:spcAft>
              <a:buNone/>
            </a:pPr>
            <a:r>
              <a:rPr lang="fr" sz="1300">
                <a:solidFill>
                  <a:schemeClr val="lt1"/>
                </a:solidFill>
              </a:rPr>
              <a:t>GERENTE DE PROJETO</a:t>
            </a:r>
            <a:endParaRPr sz="13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6" name="Shape 246"/>
        <p:cNvGrpSpPr/>
        <p:nvPr/>
      </p:nvGrpSpPr>
      <p:grpSpPr>
        <a:xfrm>
          <a:off x="0" y="0"/>
          <a:ext cx="0" cy="0"/>
          <a:chOff x="0" y="0"/>
          <a:chExt cx="0" cy="0"/>
        </a:xfrm>
      </p:grpSpPr>
      <p:pic>
        <p:nvPicPr>
          <p:cNvPr id="247" name="Google Shape;247;p34"/>
          <p:cNvPicPr preferRelativeResize="0"/>
          <p:nvPr/>
        </p:nvPicPr>
        <p:blipFill>
          <a:blip r:embed="rId3">
            <a:alphaModFix/>
          </a:blip>
          <a:stretch>
            <a:fillRect/>
          </a:stretch>
        </p:blipFill>
        <p:spPr>
          <a:xfrm>
            <a:off x="1092200" y="917575"/>
            <a:ext cx="6705600" cy="3028950"/>
          </a:xfrm>
          <a:prstGeom prst="rect">
            <a:avLst/>
          </a:prstGeom>
          <a:noFill/>
          <a:ln>
            <a:noFill/>
          </a:ln>
        </p:spPr>
      </p:pic>
      <p:sp>
        <p:nvSpPr>
          <p:cNvPr id="248" name="Google Shape;248;p34"/>
          <p:cNvSpPr/>
          <p:nvPr/>
        </p:nvSpPr>
        <p:spPr>
          <a:xfrm>
            <a:off x="0" y="3810000"/>
            <a:ext cx="9144000" cy="13335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aleway"/>
              <a:ea typeface="Raleway"/>
              <a:cs typeface="Raleway"/>
              <a:sym typeface="Raleway"/>
            </a:endParaRPr>
          </a:p>
        </p:txBody>
      </p:sp>
      <p:cxnSp>
        <p:nvCxnSpPr>
          <p:cNvPr id="249" name="Google Shape;249;p34"/>
          <p:cNvCxnSpPr/>
          <p:nvPr/>
        </p:nvCxnSpPr>
        <p:spPr>
          <a:xfrm flipH="1" rot="10800000">
            <a:off x="393700" y="523900"/>
            <a:ext cx="4178400" cy="9300"/>
          </a:xfrm>
          <a:prstGeom prst="straightConnector1">
            <a:avLst/>
          </a:prstGeom>
          <a:noFill/>
          <a:ln cap="flat" cmpd="sng" w="19050">
            <a:solidFill>
              <a:schemeClr val="accent1"/>
            </a:solidFill>
            <a:prstDash val="solid"/>
            <a:round/>
            <a:headEnd len="med" w="med" type="none"/>
            <a:tailEnd len="med" w="med" type="none"/>
          </a:ln>
        </p:spPr>
      </p:cxnSp>
      <p:sp>
        <p:nvSpPr>
          <p:cNvPr id="250" name="Google Shape;250;p34"/>
          <p:cNvSpPr txBox="1"/>
          <p:nvPr>
            <p:ph idx="4294967295" type="ctrTitle"/>
          </p:nvPr>
        </p:nvSpPr>
        <p:spPr>
          <a:xfrm>
            <a:off x="1114950" y="3872400"/>
            <a:ext cx="6914100" cy="1208700"/>
          </a:xfrm>
          <a:prstGeom prst="rect">
            <a:avLst/>
          </a:prstGeom>
          <a:noFill/>
        </p:spPr>
        <p:txBody>
          <a:bodyPr anchorCtr="0" anchor="ctr" bIns="91425" lIns="91425" spcFirstLastPara="1" rIns="91425" wrap="square" tIns="91425">
            <a:noAutofit/>
          </a:bodyPr>
          <a:lstStyle/>
          <a:p>
            <a:pPr indent="0" lvl="0" marL="0" rtl="0" algn="ctr">
              <a:spcBef>
                <a:spcPts val="0"/>
              </a:spcBef>
              <a:spcAft>
                <a:spcPts val="0"/>
              </a:spcAft>
              <a:buNone/>
            </a:pPr>
            <a:r>
              <a:rPr b="1" lang="fr" sz="4800">
                <a:solidFill>
                  <a:schemeClr val="lt1"/>
                </a:solidFill>
                <a:latin typeface="Montserrat"/>
                <a:ea typeface="Montserrat"/>
                <a:cs typeface="Montserrat"/>
                <a:sym typeface="Montserrat"/>
              </a:rPr>
              <a:t>LOGO DO PROJETO</a:t>
            </a:r>
            <a:endParaRPr b="1" sz="4800">
              <a:solidFill>
                <a:schemeClr val="lt1"/>
              </a:solidFill>
              <a:latin typeface="Montserrat"/>
              <a:ea typeface="Montserrat"/>
              <a:cs typeface="Montserrat"/>
              <a:sym typeface="Montserrat"/>
            </a:endParaRPr>
          </a:p>
        </p:txBody>
      </p:sp>
      <p:cxnSp>
        <p:nvCxnSpPr>
          <p:cNvPr id="251" name="Google Shape;251;p34"/>
          <p:cNvCxnSpPr/>
          <p:nvPr/>
        </p:nvCxnSpPr>
        <p:spPr>
          <a:xfrm>
            <a:off x="393700" y="546100"/>
            <a:ext cx="0" cy="3416400"/>
          </a:xfrm>
          <a:prstGeom prst="straightConnector1">
            <a:avLst/>
          </a:prstGeom>
          <a:noFill/>
          <a:ln cap="flat" cmpd="sng" w="19050">
            <a:solidFill>
              <a:schemeClr val="accent1"/>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55" name="Shape 255"/>
        <p:cNvGrpSpPr/>
        <p:nvPr/>
      </p:nvGrpSpPr>
      <p:grpSpPr>
        <a:xfrm>
          <a:off x="0" y="0"/>
          <a:ext cx="0" cy="0"/>
          <a:chOff x="0" y="0"/>
          <a:chExt cx="0" cy="0"/>
        </a:xfrm>
      </p:grpSpPr>
      <p:pic>
        <p:nvPicPr>
          <p:cNvPr id="256" name="Google Shape;256;p35"/>
          <p:cNvPicPr preferRelativeResize="0"/>
          <p:nvPr/>
        </p:nvPicPr>
        <p:blipFill rotWithShape="1">
          <a:blip r:embed="rId3">
            <a:alphaModFix/>
          </a:blip>
          <a:srcRect b="34865" l="0" r="0" t="34864"/>
          <a:stretch/>
        </p:blipFill>
        <p:spPr>
          <a:xfrm flipH="1">
            <a:off x="1417300" y="3481500"/>
            <a:ext cx="8256000" cy="1662000"/>
          </a:xfrm>
          <a:prstGeom prst="parallelogram">
            <a:avLst>
              <a:gd fmla="val 25000" name="adj"/>
            </a:avLst>
          </a:prstGeom>
          <a:noFill/>
          <a:ln>
            <a:noFill/>
          </a:ln>
          <a:effectLst>
            <a:outerShdw blurRad="57150" rotWithShape="0" algn="bl" dir="5400000" dist="19050">
              <a:srgbClr val="000000">
                <a:alpha val="50000"/>
              </a:srgbClr>
            </a:outerShdw>
          </a:effectLst>
        </p:spPr>
      </p:pic>
      <p:sp>
        <p:nvSpPr>
          <p:cNvPr id="257" name="Google Shape;257;p35"/>
          <p:cNvSpPr txBox="1"/>
          <p:nvPr>
            <p:ph type="title"/>
          </p:nvPr>
        </p:nvSpPr>
        <p:spPr>
          <a:xfrm>
            <a:off x="1526625" y="1641650"/>
            <a:ext cx="69042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fr">
                <a:solidFill>
                  <a:schemeClr val="lt1"/>
                </a:solidFill>
              </a:rPr>
              <a:t>OBJETIVOS DO PROJETO</a:t>
            </a:r>
            <a:endParaRPr>
              <a:solidFill>
                <a:schemeClr val="accent3"/>
              </a:solidFill>
            </a:endParaRPr>
          </a:p>
        </p:txBody>
      </p:sp>
      <p:sp>
        <p:nvSpPr>
          <p:cNvPr id="258" name="Google Shape;258;p35"/>
          <p:cNvSpPr txBox="1"/>
          <p:nvPr>
            <p:ph idx="2" type="title"/>
          </p:nvPr>
        </p:nvSpPr>
        <p:spPr>
          <a:xfrm>
            <a:off x="6671250" y="598475"/>
            <a:ext cx="1759500" cy="1108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fr"/>
              <a:t>01</a:t>
            </a:r>
            <a:endParaRPr/>
          </a:p>
        </p:txBody>
      </p:sp>
      <p:grpSp>
        <p:nvGrpSpPr>
          <p:cNvPr id="259" name="Google Shape;259;p35"/>
          <p:cNvGrpSpPr/>
          <p:nvPr/>
        </p:nvGrpSpPr>
        <p:grpSpPr>
          <a:xfrm>
            <a:off x="4571075" y="-1282025"/>
            <a:ext cx="0" cy="9142200"/>
            <a:chOff x="397450" y="-362150"/>
            <a:chExt cx="0" cy="9142200"/>
          </a:xfrm>
        </p:grpSpPr>
        <p:cxnSp>
          <p:nvCxnSpPr>
            <p:cNvPr id="260" name="Google Shape;260;p35"/>
            <p:cNvCxnSpPr/>
            <p:nvPr/>
          </p:nvCxnSpPr>
          <p:spPr>
            <a:xfrm rot="-5400000">
              <a:off x="-3470450" y="4912150"/>
              <a:ext cx="7735800" cy="0"/>
            </a:xfrm>
            <a:prstGeom prst="straightConnector1">
              <a:avLst/>
            </a:prstGeom>
            <a:noFill/>
            <a:ln cap="flat" cmpd="sng" w="19050">
              <a:solidFill>
                <a:schemeClr val="lt1"/>
              </a:solidFill>
              <a:prstDash val="solid"/>
              <a:round/>
              <a:headEnd len="med" w="med" type="none"/>
              <a:tailEnd len="med" w="med" type="none"/>
            </a:ln>
          </p:spPr>
        </p:cxnSp>
        <p:cxnSp>
          <p:nvCxnSpPr>
            <p:cNvPr id="261" name="Google Shape;261;p35"/>
            <p:cNvCxnSpPr/>
            <p:nvPr/>
          </p:nvCxnSpPr>
          <p:spPr>
            <a:xfrm rot="-5400000">
              <a:off x="-268550" y="303850"/>
              <a:ext cx="1332000" cy="0"/>
            </a:xfrm>
            <a:prstGeom prst="straightConnector1">
              <a:avLst/>
            </a:prstGeom>
            <a:noFill/>
            <a:ln cap="flat" cmpd="sng" w="19050">
              <a:solidFill>
                <a:schemeClr val="lt1"/>
              </a:solidFill>
              <a:prstDash val="dot"/>
              <a:round/>
              <a:headEnd len="med" w="med" type="none"/>
              <a:tailEnd len="med" w="med" type="none"/>
            </a:ln>
          </p:spPr>
        </p:cxn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5" name="Shape 265"/>
        <p:cNvGrpSpPr/>
        <p:nvPr/>
      </p:nvGrpSpPr>
      <p:grpSpPr>
        <a:xfrm>
          <a:off x="0" y="0"/>
          <a:ext cx="0" cy="0"/>
          <a:chOff x="0" y="0"/>
          <a:chExt cx="0" cy="0"/>
        </a:xfrm>
      </p:grpSpPr>
      <p:sp>
        <p:nvSpPr>
          <p:cNvPr id="266" name="Google Shape;266;p36"/>
          <p:cNvSpPr txBox="1"/>
          <p:nvPr>
            <p:ph type="title"/>
          </p:nvPr>
        </p:nvSpPr>
        <p:spPr>
          <a:xfrm>
            <a:off x="713225" y="344600"/>
            <a:ext cx="2856000" cy="1172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PROPOSTA</a:t>
            </a:r>
            <a:endParaRPr>
              <a:solidFill>
                <a:schemeClr val="accent3"/>
              </a:solidFill>
            </a:endParaRPr>
          </a:p>
        </p:txBody>
      </p:sp>
      <p:sp>
        <p:nvSpPr>
          <p:cNvPr id="267" name="Google Shape;267;p36"/>
          <p:cNvSpPr txBox="1"/>
          <p:nvPr>
            <p:ph idx="4294967295" type="body"/>
          </p:nvPr>
        </p:nvSpPr>
        <p:spPr>
          <a:xfrm>
            <a:off x="4939500" y="724075"/>
            <a:ext cx="3837000" cy="3695100"/>
          </a:xfrm>
          <a:prstGeom prst="rect">
            <a:avLst/>
          </a:prstGeom>
        </p:spPr>
        <p:txBody>
          <a:bodyPr anchorCtr="0" anchor="ctr" bIns="91425" lIns="91425" spcFirstLastPara="1" rIns="91425" wrap="square" tIns="91425">
            <a:noAutofit/>
          </a:bodyPr>
          <a:lstStyle/>
          <a:p>
            <a:pPr indent="0" lvl="0" marL="0" rtl="0" algn="l">
              <a:spcBef>
                <a:spcPts val="0"/>
              </a:spcBef>
              <a:spcAft>
                <a:spcPts val="1200"/>
              </a:spcAft>
              <a:buNone/>
            </a:pPr>
            <a:r>
              <a:rPr lang="fr" sz="1400">
                <a:solidFill>
                  <a:schemeClr val="lt1"/>
                </a:solidFill>
              </a:rPr>
              <a:t>Vous pouvez donner ici une brève description du sujet dont vous souhaitez parler. Par exemple, si vous voulez parler de Mercure, vous pouvez dire que c'est la plus petite planète de tout le système solaire</a:t>
            </a:r>
            <a:endParaRPr sz="1600">
              <a:solidFill>
                <a:schemeClr val="lt1"/>
              </a:solidFill>
            </a:endParaRPr>
          </a:p>
        </p:txBody>
      </p:sp>
      <p:pic>
        <p:nvPicPr>
          <p:cNvPr id="268" name="Google Shape;268;p36"/>
          <p:cNvPicPr preferRelativeResize="0"/>
          <p:nvPr/>
        </p:nvPicPr>
        <p:blipFill rotWithShape="1">
          <a:blip r:embed="rId3">
            <a:alphaModFix/>
          </a:blip>
          <a:srcRect b="0" l="3883" r="3874" t="0"/>
          <a:stretch/>
        </p:blipFill>
        <p:spPr>
          <a:xfrm>
            <a:off x="3973124" y="0"/>
            <a:ext cx="5341772" cy="3929450"/>
          </a:xfrm>
          <a:prstGeom prst="rect">
            <a:avLst/>
          </a:prstGeom>
          <a:noFill/>
          <a:ln>
            <a:noFill/>
          </a:ln>
          <a:effectLst>
            <a:outerShdw blurRad="57150" rotWithShape="0" algn="bl" dir="5400000" dist="19050">
              <a:srgbClr val="000000">
                <a:alpha val="50000"/>
              </a:srgbClr>
            </a:outerShdw>
          </a:effectLst>
        </p:spPr>
      </p:pic>
      <p:sp>
        <p:nvSpPr>
          <p:cNvPr id="269" name="Google Shape;269;p36"/>
          <p:cNvSpPr txBox="1"/>
          <p:nvPr>
            <p:ph idx="1" type="subTitle"/>
          </p:nvPr>
        </p:nvSpPr>
        <p:spPr>
          <a:xfrm>
            <a:off x="713225" y="1344275"/>
            <a:ext cx="2856000" cy="232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Devido a falta de uma plataforma semelhante, s</a:t>
            </a:r>
            <a:r>
              <a:rPr lang="fr"/>
              <a:t>urge a ideia de um sistema de gerenciamento de fichas de personagem de RPG, para o sistema Tormenta 20. A plataforma traria praticidade para os jogadores, tanto experientes quanto novos.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3" name="Shape 273"/>
        <p:cNvGrpSpPr/>
        <p:nvPr/>
      </p:nvGrpSpPr>
      <p:grpSpPr>
        <a:xfrm>
          <a:off x="0" y="0"/>
          <a:ext cx="0" cy="0"/>
          <a:chOff x="0" y="0"/>
          <a:chExt cx="0" cy="0"/>
        </a:xfrm>
      </p:grpSpPr>
      <p:sp>
        <p:nvSpPr>
          <p:cNvPr id="274" name="Google Shape;274;p37"/>
          <p:cNvSpPr txBox="1"/>
          <p:nvPr>
            <p:ph idx="1" type="subTitle"/>
          </p:nvPr>
        </p:nvSpPr>
        <p:spPr>
          <a:xfrm>
            <a:off x="713225" y="2527600"/>
            <a:ext cx="3858900" cy="4764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Clr>
                <a:schemeClr val="accent1"/>
              </a:buClr>
              <a:buSzPts val="1600"/>
              <a:buFont typeface="Montserrat SemiBold"/>
              <a:buChar char="●"/>
            </a:pPr>
            <a:r>
              <a:rPr lang="fr"/>
              <a:t>AUTOMATIZAÇÃO</a:t>
            </a:r>
            <a:endParaRPr/>
          </a:p>
        </p:txBody>
      </p:sp>
      <p:sp>
        <p:nvSpPr>
          <p:cNvPr id="275" name="Google Shape;275;p37"/>
          <p:cNvSpPr txBox="1"/>
          <p:nvPr>
            <p:ph idx="2" type="subTitle"/>
          </p:nvPr>
        </p:nvSpPr>
        <p:spPr>
          <a:xfrm>
            <a:off x="1155125" y="2934275"/>
            <a:ext cx="3417000" cy="654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As fichas deverão ter </a:t>
            </a:r>
            <a:r>
              <a:rPr lang="fr"/>
              <a:t>cálculos</a:t>
            </a:r>
            <a:r>
              <a:rPr lang="fr"/>
              <a:t> automáticos, seguindo as regras do jogo;</a:t>
            </a:r>
            <a:endParaRPr/>
          </a:p>
        </p:txBody>
      </p:sp>
      <p:sp>
        <p:nvSpPr>
          <p:cNvPr id="276" name="Google Shape;276;p37"/>
          <p:cNvSpPr txBox="1"/>
          <p:nvPr>
            <p:ph idx="3" type="subTitle"/>
          </p:nvPr>
        </p:nvSpPr>
        <p:spPr>
          <a:xfrm>
            <a:off x="713225" y="1412275"/>
            <a:ext cx="3858900" cy="4755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Clr>
                <a:schemeClr val="accent1"/>
              </a:buClr>
              <a:buSzPts val="1600"/>
              <a:buFont typeface="Montserrat SemiBold"/>
              <a:buChar char="●"/>
            </a:pPr>
            <a:r>
              <a:rPr lang="fr"/>
              <a:t>FÁCIL MANUSEIO</a:t>
            </a:r>
            <a:endParaRPr/>
          </a:p>
        </p:txBody>
      </p:sp>
      <p:sp>
        <p:nvSpPr>
          <p:cNvPr id="277" name="Google Shape;277;p37"/>
          <p:cNvSpPr txBox="1"/>
          <p:nvPr>
            <p:ph idx="4" type="subTitle"/>
          </p:nvPr>
        </p:nvSpPr>
        <p:spPr>
          <a:xfrm>
            <a:off x="1155136" y="4069275"/>
            <a:ext cx="3417000" cy="475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As fichas deverão ser intuitivas, para ajudar novos jogadores;</a:t>
            </a:r>
            <a:endParaRPr/>
          </a:p>
        </p:txBody>
      </p:sp>
      <p:sp>
        <p:nvSpPr>
          <p:cNvPr id="278" name="Google Shape;278;p37"/>
          <p:cNvSpPr txBox="1"/>
          <p:nvPr>
            <p:ph idx="5" type="subTitle"/>
          </p:nvPr>
        </p:nvSpPr>
        <p:spPr>
          <a:xfrm>
            <a:off x="713225" y="3663275"/>
            <a:ext cx="3858900" cy="476400"/>
          </a:xfrm>
          <a:prstGeom prst="rect">
            <a:avLst/>
          </a:prstGeom>
        </p:spPr>
        <p:txBody>
          <a:bodyPr anchorCtr="0" anchor="ctr" bIns="91425" lIns="91425" spcFirstLastPara="1" rIns="91425" wrap="square" tIns="91425">
            <a:noAutofit/>
          </a:bodyPr>
          <a:lstStyle/>
          <a:p>
            <a:pPr indent="-330200" lvl="0" marL="457200" rtl="0" algn="l">
              <a:spcBef>
                <a:spcPts val="0"/>
              </a:spcBef>
              <a:spcAft>
                <a:spcPts val="0"/>
              </a:spcAft>
              <a:buClr>
                <a:schemeClr val="accent1"/>
              </a:buClr>
              <a:buSzPts val="1600"/>
              <a:buFont typeface="Montserrat SemiBold"/>
              <a:buChar char="●"/>
            </a:pPr>
            <a:r>
              <a:rPr lang="fr"/>
              <a:t>INTUITIVO</a:t>
            </a:r>
            <a:endParaRPr/>
          </a:p>
        </p:txBody>
      </p:sp>
      <p:sp>
        <p:nvSpPr>
          <p:cNvPr id="279" name="Google Shape;279;p37"/>
          <p:cNvSpPr txBox="1"/>
          <p:nvPr>
            <p:ph idx="6" type="subTitle"/>
          </p:nvPr>
        </p:nvSpPr>
        <p:spPr>
          <a:xfrm>
            <a:off x="1154975" y="1815925"/>
            <a:ext cx="3417000" cy="475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As fichas deverão ser fáceis de se criar, manusear e de editar;</a:t>
            </a:r>
            <a:endParaRPr/>
          </a:p>
        </p:txBody>
      </p:sp>
      <p:sp>
        <p:nvSpPr>
          <p:cNvPr id="280" name="Google Shape;280;p37"/>
          <p:cNvSpPr txBox="1"/>
          <p:nvPr>
            <p:ph type="title"/>
          </p:nvPr>
        </p:nvSpPr>
        <p:spPr>
          <a:xfrm>
            <a:off x="713100" y="539500"/>
            <a:ext cx="3858900" cy="55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OBJETIVOS</a:t>
            </a:r>
            <a:endParaRPr/>
          </a:p>
        </p:txBody>
      </p:sp>
      <p:pic>
        <p:nvPicPr>
          <p:cNvPr id="281" name="Google Shape;281;p37"/>
          <p:cNvPicPr preferRelativeResize="0"/>
          <p:nvPr/>
        </p:nvPicPr>
        <p:blipFill rotWithShape="1">
          <a:blip r:embed="rId3">
            <a:alphaModFix/>
          </a:blip>
          <a:srcRect b="7885" l="31129" r="23239" t="0"/>
          <a:stretch/>
        </p:blipFill>
        <p:spPr>
          <a:xfrm>
            <a:off x="5329500" y="-76975"/>
            <a:ext cx="3814502" cy="5528499"/>
          </a:xfrm>
          <a:prstGeom prst="rect">
            <a:avLst/>
          </a:prstGeom>
          <a:noFill/>
          <a:ln>
            <a:noFill/>
          </a:ln>
          <a:effectLst>
            <a:outerShdw blurRad="57150" rotWithShape="0" algn="bl" dir="5400000" dist="19050">
              <a:srgbClr val="000000">
                <a:alpha val="50000"/>
              </a:srgbClr>
            </a:outerShdw>
          </a:effectLst>
        </p:spPr>
      </p:pic>
      <p:grpSp>
        <p:nvGrpSpPr>
          <p:cNvPr id="282" name="Google Shape;282;p37"/>
          <p:cNvGrpSpPr/>
          <p:nvPr/>
        </p:nvGrpSpPr>
        <p:grpSpPr>
          <a:xfrm>
            <a:off x="5127225" y="539500"/>
            <a:ext cx="0" cy="5521200"/>
            <a:chOff x="397450" y="-362125"/>
            <a:chExt cx="0" cy="5521200"/>
          </a:xfrm>
        </p:grpSpPr>
        <p:cxnSp>
          <p:nvCxnSpPr>
            <p:cNvPr id="283" name="Google Shape;283;p37"/>
            <p:cNvCxnSpPr/>
            <p:nvPr/>
          </p:nvCxnSpPr>
          <p:spPr>
            <a:xfrm rot="10800000">
              <a:off x="397450" y="537575"/>
              <a:ext cx="0" cy="4621500"/>
            </a:xfrm>
            <a:prstGeom prst="straightConnector1">
              <a:avLst/>
            </a:prstGeom>
            <a:noFill/>
            <a:ln cap="flat" cmpd="sng" w="19050">
              <a:solidFill>
                <a:schemeClr val="accent1"/>
              </a:solidFill>
              <a:prstDash val="solid"/>
              <a:round/>
              <a:headEnd len="med" w="med" type="none"/>
              <a:tailEnd len="med" w="med" type="none"/>
            </a:ln>
          </p:spPr>
        </p:cxnSp>
        <p:cxnSp>
          <p:nvCxnSpPr>
            <p:cNvPr id="284" name="Google Shape;284;p37"/>
            <p:cNvCxnSpPr/>
            <p:nvPr/>
          </p:nvCxnSpPr>
          <p:spPr>
            <a:xfrm rot="10800000">
              <a:off x="397450" y="-362125"/>
              <a:ext cx="0" cy="899700"/>
            </a:xfrm>
            <a:prstGeom prst="straightConnector1">
              <a:avLst/>
            </a:prstGeom>
            <a:noFill/>
            <a:ln cap="flat" cmpd="sng" w="19050">
              <a:solidFill>
                <a:schemeClr val="accent1"/>
              </a:solidFill>
              <a:prstDash val="dot"/>
              <a:round/>
              <a:headEnd len="med" w="med" type="none"/>
              <a:tailEnd len="med" w="med" type="none"/>
            </a:ln>
          </p:spPr>
        </p:cxn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288" name="Shape 288"/>
        <p:cNvGrpSpPr/>
        <p:nvPr/>
      </p:nvGrpSpPr>
      <p:grpSpPr>
        <a:xfrm>
          <a:off x="0" y="0"/>
          <a:ext cx="0" cy="0"/>
          <a:chOff x="0" y="0"/>
          <a:chExt cx="0" cy="0"/>
        </a:xfrm>
      </p:grpSpPr>
      <p:pic>
        <p:nvPicPr>
          <p:cNvPr id="289" name="Google Shape;289;p38"/>
          <p:cNvPicPr preferRelativeResize="0"/>
          <p:nvPr/>
        </p:nvPicPr>
        <p:blipFill rotWithShape="1">
          <a:blip r:embed="rId3">
            <a:alphaModFix/>
          </a:blip>
          <a:srcRect b="44339" l="0" r="0" t="44339"/>
          <a:stretch/>
        </p:blipFill>
        <p:spPr>
          <a:xfrm flipH="1">
            <a:off x="1417300" y="3481500"/>
            <a:ext cx="8256000" cy="1662000"/>
          </a:xfrm>
          <a:prstGeom prst="parallelogram">
            <a:avLst>
              <a:gd fmla="val 25000" name="adj"/>
            </a:avLst>
          </a:prstGeom>
          <a:noFill/>
          <a:ln>
            <a:noFill/>
          </a:ln>
          <a:effectLst>
            <a:outerShdw blurRad="57150" rotWithShape="0" algn="bl" dir="5400000" dist="19050">
              <a:srgbClr val="000000">
                <a:alpha val="50000"/>
              </a:srgbClr>
            </a:outerShdw>
          </a:effectLst>
        </p:spPr>
      </p:pic>
      <p:sp>
        <p:nvSpPr>
          <p:cNvPr id="290" name="Google Shape;290;p38"/>
          <p:cNvSpPr txBox="1"/>
          <p:nvPr>
            <p:ph type="title"/>
          </p:nvPr>
        </p:nvSpPr>
        <p:spPr>
          <a:xfrm>
            <a:off x="1526625" y="1641650"/>
            <a:ext cx="69042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fr">
                <a:solidFill>
                  <a:schemeClr val="lt1"/>
                </a:solidFill>
              </a:rPr>
              <a:t>CASOS DE USO</a:t>
            </a:r>
            <a:endParaRPr>
              <a:solidFill>
                <a:schemeClr val="accent3"/>
              </a:solidFill>
            </a:endParaRPr>
          </a:p>
        </p:txBody>
      </p:sp>
      <p:sp>
        <p:nvSpPr>
          <p:cNvPr id="291" name="Google Shape;291;p38"/>
          <p:cNvSpPr txBox="1"/>
          <p:nvPr>
            <p:ph idx="1" type="subTitle"/>
          </p:nvPr>
        </p:nvSpPr>
        <p:spPr>
          <a:xfrm>
            <a:off x="4227450" y="2538500"/>
            <a:ext cx="4203300" cy="384300"/>
          </a:xfrm>
          <a:prstGeom prst="rect">
            <a:avLst/>
          </a:prstGeom>
        </p:spPr>
        <p:txBody>
          <a:bodyPr anchorCtr="0" anchor="ctr" bIns="91425" lIns="91425" spcFirstLastPara="1" rIns="91425" wrap="square" tIns="91425">
            <a:noAutofit/>
          </a:bodyPr>
          <a:lstStyle/>
          <a:p>
            <a:pPr indent="0" lvl="0" marL="0" rtl="0" algn="r">
              <a:spcBef>
                <a:spcPts val="0"/>
              </a:spcBef>
              <a:spcAft>
                <a:spcPts val="1600"/>
              </a:spcAft>
              <a:buNone/>
            </a:pPr>
            <a:r>
              <a:t/>
            </a:r>
            <a:endParaRPr/>
          </a:p>
        </p:txBody>
      </p:sp>
      <p:sp>
        <p:nvSpPr>
          <p:cNvPr id="292" name="Google Shape;292;p38"/>
          <p:cNvSpPr txBox="1"/>
          <p:nvPr>
            <p:ph idx="2" type="title"/>
          </p:nvPr>
        </p:nvSpPr>
        <p:spPr>
          <a:xfrm>
            <a:off x="6671250" y="598475"/>
            <a:ext cx="1759500" cy="1108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fr"/>
              <a:t>02</a:t>
            </a:r>
            <a:endParaRPr/>
          </a:p>
        </p:txBody>
      </p:sp>
      <p:grpSp>
        <p:nvGrpSpPr>
          <p:cNvPr id="293" name="Google Shape;293;p38"/>
          <p:cNvGrpSpPr/>
          <p:nvPr/>
        </p:nvGrpSpPr>
        <p:grpSpPr>
          <a:xfrm>
            <a:off x="4571075" y="-1282025"/>
            <a:ext cx="0" cy="9142200"/>
            <a:chOff x="397450" y="-362150"/>
            <a:chExt cx="0" cy="9142200"/>
          </a:xfrm>
        </p:grpSpPr>
        <p:cxnSp>
          <p:nvCxnSpPr>
            <p:cNvPr id="294" name="Google Shape;294;p38"/>
            <p:cNvCxnSpPr/>
            <p:nvPr/>
          </p:nvCxnSpPr>
          <p:spPr>
            <a:xfrm rot="-5400000">
              <a:off x="-3470450" y="4912150"/>
              <a:ext cx="7735800" cy="0"/>
            </a:xfrm>
            <a:prstGeom prst="straightConnector1">
              <a:avLst/>
            </a:prstGeom>
            <a:noFill/>
            <a:ln cap="flat" cmpd="sng" w="19050">
              <a:solidFill>
                <a:schemeClr val="lt1"/>
              </a:solidFill>
              <a:prstDash val="solid"/>
              <a:round/>
              <a:headEnd len="med" w="med" type="none"/>
              <a:tailEnd len="med" w="med" type="none"/>
            </a:ln>
          </p:spPr>
        </p:cxnSp>
        <p:cxnSp>
          <p:nvCxnSpPr>
            <p:cNvPr id="295" name="Google Shape;295;p38"/>
            <p:cNvCxnSpPr/>
            <p:nvPr/>
          </p:nvCxnSpPr>
          <p:spPr>
            <a:xfrm rot="-5400000">
              <a:off x="-268550" y="303850"/>
              <a:ext cx="1332000" cy="0"/>
            </a:xfrm>
            <a:prstGeom prst="straightConnector1">
              <a:avLst/>
            </a:prstGeom>
            <a:noFill/>
            <a:ln cap="flat" cmpd="sng" w="19050">
              <a:solidFill>
                <a:schemeClr val="lt1"/>
              </a:solidFill>
              <a:prstDash val="dot"/>
              <a:round/>
              <a:headEnd len="med" w="med" type="none"/>
              <a:tailEnd len="med" w="med" type="none"/>
            </a:ln>
          </p:spPr>
        </p:cxn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9"/>
          <p:cNvSpPr txBox="1"/>
          <p:nvPr>
            <p:ph type="title"/>
          </p:nvPr>
        </p:nvSpPr>
        <p:spPr>
          <a:xfrm>
            <a:off x="713225" y="1496425"/>
            <a:ext cx="3058200" cy="87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DIAGRAMA COMPLETO</a:t>
            </a:r>
            <a:endParaRPr/>
          </a:p>
        </p:txBody>
      </p:sp>
      <p:sp>
        <p:nvSpPr>
          <p:cNvPr id="301" name="Google Shape;301;p39"/>
          <p:cNvSpPr txBox="1"/>
          <p:nvPr/>
        </p:nvSpPr>
        <p:spPr>
          <a:xfrm>
            <a:off x="713225" y="2404450"/>
            <a:ext cx="2962500" cy="17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chemeClr val="dk1"/>
                </a:solidFill>
                <a:latin typeface="Raleway"/>
                <a:ea typeface="Raleway"/>
                <a:cs typeface="Raleway"/>
                <a:sym typeface="Raleway"/>
              </a:rPr>
              <a:t>Os principais casos de uso são: Criar, editar e utilizar ficha de personagem;</a:t>
            </a:r>
            <a:endParaRPr>
              <a:solidFill>
                <a:schemeClr val="dk1"/>
              </a:solidFill>
              <a:latin typeface="Raleway"/>
              <a:ea typeface="Raleway"/>
              <a:cs typeface="Raleway"/>
              <a:sym typeface="Raleway"/>
            </a:endParaRPr>
          </a:p>
          <a:p>
            <a:pPr indent="0" lvl="0" marL="0" rtl="0" algn="l">
              <a:spcBef>
                <a:spcPts val="0"/>
              </a:spcBef>
              <a:spcAft>
                <a:spcPts val="0"/>
              </a:spcAft>
              <a:buNone/>
            </a:pPr>
            <a:r>
              <a:rPr lang="fr">
                <a:solidFill>
                  <a:schemeClr val="dk1"/>
                </a:solidFill>
                <a:latin typeface="Raleway"/>
                <a:ea typeface="Raleway"/>
                <a:cs typeface="Raleway"/>
                <a:sym typeface="Raleway"/>
              </a:rPr>
              <a:t>Todos os casos de uso serão </a:t>
            </a:r>
            <a:r>
              <a:rPr lang="fr">
                <a:solidFill>
                  <a:schemeClr val="dk1"/>
                </a:solidFill>
                <a:latin typeface="Raleway"/>
                <a:ea typeface="Raleway"/>
                <a:cs typeface="Raleway"/>
                <a:sym typeface="Raleway"/>
              </a:rPr>
              <a:t>implementados;</a:t>
            </a:r>
            <a:endParaRPr>
              <a:solidFill>
                <a:schemeClr val="dk1"/>
              </a:solidFill>
              <a:latin typeface="Raleway"/>
              <a:ea typeface="Raleway"/>
              <a:cs typeface="Raleway"/>
              <a:sym typeface="Raleway"/>
            </a:endParaRPr>
          </a:p>
        </p:txBody>
      </p:sp>
      <p:pic>
        <p:nvPicPr>
          <p:cNvPr id="302" name="Google Shape;302;p39"/>
          <p:cNvPicPr preferRelativeResize="0"/>
          <p:nvPr/>
        </p:nvPicPr>
        <p:blipFill rotWithShape="1">
          <a:blip r:embed="rId3">
            <a:alphaModFix/>
          </a:blip>
          <a:srcRect b="13139" l="5012" r="6421" t="8600"/>
          <a:stretch/>
        </p:blipFill>
        <p:spPr>
          <a:xfrm>
            <a:off x="3675600" y="892750"/>
            <a:ext cx="5468399" cy="321404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0"/>
          <p:cNvSpPr txBox="1"/>
          <p:nvPr>
            <p:ph type="title"/>
          </p:nvPr>
        </p:nvSpPr>
        <p:spPr>
          <a:xfrm>
            <a:off x="713225" y="539500"/>
            <a:ext cx="8430900" cy="87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sz="2400"/>
              <a:t>CENÁRIO 1 - CRIAR FICHA DE PERSONAGEM</a:t>
            </a:r>
            <a:endParaRPr sz="2400"/>
          </a:p>
        </p:txBody>
      </p:sp>
      <p:sp>
        <p:nvSpPr>
          <p:cNvPr id="308" name="Google Shape;308;p40"/>
          <p:cNvSpPr txBox="1"/>
          <p:nvPr/>
        </p:nvSpPr>
        <p:spPr>
          <a:xfrm>
            <a:off x="713225" y="1416700"/>
            <a:ext cx="1859100" cy="17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chemeClr val="dk1"/>
                </a:solidFill>
                <a:latin typeface="Raleway"/>
                <a:ea typeface="Raleway"/>
                <a:cs typeface="Raleway"/>
                <a:sym typeface="Raleway"/>
              </a:rPr>
              <a:t>Após o usuário estiver logado, ele entra na aba de personagens e clica no botão “Criar Personagem”.</a:t>
            </a:r>
            <a:endParaRPr>
              <a:solidFill>
                <a:schemeClr val="dk1"/>
              </a:solidFill>
              <a:latin typeface="Raleway"/>
              <a:ea typeface="Raleway"/>
              <a:cs typeface="Raleway"/>
              <a:sym typeface="Raleway"/>
            </a:endParaRPr>
          </a:p>
        </p:txBody>
      </p:sp>
      <p:pic>
        <p:nvPicPr>
          <p:cNvPr id="309" name="Google Shape;309;p40"/>
          <p:cNvPicPr preferRelativeResize="0"/>
          <p:nvPr/>
        </p:nvPicPr>
        <p:blipFill>
          <a:blip r:embed="rId3">
            <a:alphaModFix/>
          </a:blip>
          <a:stretch>
            <a:fillRect/>
          </a:stretch>
        </p:blipFill>
        <p:spPr>
          <a:xfrm>
            <a:off x="2788293" y="1416700"/>
            <a:ext cx="6355706" cy="2856975"/>
          </a:xfrm>
          <a:prstGeom prst="rect">
            <a:avLst/>
          </a:prstGeom>
          <a:noFill/>
          <a:ln>
            <a:noFill/>
          </a:ln>
          <a:effectLst>
            <a:outerShdw blurRad="57150" rotWithShape="0" algn="bl" dir="5400000" dist="19050">
              <a:srgbClr val="000000">
                <a:alpha val="50000"/>
              </a:srgbClr>
            </a:outerShdw>
          </a:effectLst>
        </p:spPr>
      </p:pic>
      <p:sp>
        <p:nvSpPr>
          <p:cNvPr id="310" name="Google Shape;310;p40"/>
          <p:cNvSpPr txBox="1"/>
          <p:nvPr/>
        </p:nvSpPr>
        <p:spPr>
          <a:xfrm>
            <a:off x="713225" y="3010925"/>
            <a:ext cx="1776900" cy="14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a:solidFill>
                  <a:schemeClr val="dk1"/>
                </a:solidFill>
                <a:latin typeface="Raleway"/>
                <a:ea typeface="Raleway"/>
                <a:cs typeface="Raleway"/>
                <a:sym typeface="Raleway"/>
              </a:rPr>
              <a:t>Casos de uso:</a:t>
            </a:r>
            <a:r>
              <a:rPr lang="fr">
                <a:solidFill>
                  <a:schemeClr val="dk1"/>
                </a:solidFill>
                <a:latin typeface="Raleway"/>
                <a:ea typeface="Raleway"/>
                <a:cs typeface="Raleway"/>
                <a:sym typeface="Raleway"/>
              </a:rPr>
              <a:t> Criar ficha de personagem;</a:t>
            </a:r>
            <a:endParaRPr>
              <a:solidFill>
                <a:schemeClr val="dk1"/>
              </a:solidFill>
              <a:latin typeface="Raleway"/>
              <a:ea typeface="Raleway"/>
              <a:cs typeface="Raleway"/>
              <a:sym typeface="Ralewa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1"/>
          <p:cNvSpPr txBox="1"/>
          <p:nvPr>
            <p:ph type="title"/>
          </p:nvPr>
        </p:nvSpPr>
        <p:spPr>
          <a:xfrm>
            <a:off x="713225" y="539500"/>
            <a:ext cx="8313000" cy="87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sz="2400"/>
              <a:t>CENÁRIO 1 - </a:t>
            </a:r>
            <a:r>
              <a:rPr lang="fr" sz="2400"/>
              <a:t>CRIAR FICHA DE PERSONAGEM</a:t>
            </a:r>
            <a:endParaRPr sz="2400"/>
          </a:p>
        </p:txBody>
      </p:sp>
      <p:sp>
        <p:nvSpPr>
          <p:cNvPr id="316" name="Google Shape;316;p41"/>
          <p:cNvSpPr txBox="1"/>
          <p:nvPr/>
        </p:nvSpPr>
        <p:spPr>
          <a:xfrm>
            <a:off x="713225" y="1416700"/>
            <a:ext cx="1859100" cy="17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chemeClr val="dk1"/>
                </a:solidFill>
                <a:latin typeface="Raleway"/>
                <a:ea typeface="Raleway"/>
                <a:cs typeface="Raleway"/>
                <a:sym typeface="Raleway"/>
              </a:rPr>
              <a:t>O sistema mostra a tela de ficha em branco, indicando os pontos importantes a serem preenchidos futuramente.</a:t>
            </a:r>
            <a:endParaRPr>
              <a:solidFill>
                <a:schemeClr val="dk1"/>
              </a:solidFill>
              <a:latin typeface="Raleway"/>
              <a:ea typeface="Raleway"/>
              <a:cs typeface="Raleway"/>
              <a:sym typeface="Raleway"/>
            </a:endParaRPr>
          </a:p>
        </p:txBody>
      </p:sp>
      <p:pic>
        <p:nvPicPr>
          <p:cNvPr id="317" name="Google Shape;317;p41"/>
          <p:cNvPicPr preferRelativeResize="0"/>
          <p:nvPr/>
        </p:nvPicPr>
        <p:blipFill rotWithShape="1">
          <a:blip r:embed="rId3">
            <a:alphaModFix/>
          </a:blip>
          <a:srcRect b="7256" l="0" r="0" t="10370"/>
          <a:stretch/>
        </p:blipFill>
        <p:spPr>
          <a:xfrm>
            <a:off x="2788300" y="1416700"/>
            <a:ext cx="6355699" cy="275304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2"/>
          <p:cNvSpPr txBox="1"/>
          <p:nvPr>
            <p:ph type="title"/>
          </p:nvPr>
        </p:nvSpPr>
        <p:spPr>
          <a:xfrm>
            <a:off x="713225" y="539500"/>
            <a:ext cx="8313000" cy="87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sz="2400"/>
              <a:t>CENÁRIO 2 - EDITAR FICHA DE PERSONAGEM</a:t>
            </a:r>
            <a:endParaRPr sz="2400"/>
          </a:p>
        </p:txBody>
      </p:sp>
      <p:sp>
        <p:nvSpPr>
          <p:cNvPr id="323" name="Google Shape;323;p42"/>
          <p:cNvSpPr txBox="1"/>
          <p:nvPr/>
        </p:nvSpPr>
        <p:spPr>
          <a:xfrm>
            <a:off x="713225" y="1416700"/>
            <a:ext cx="1859100" cy="27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chemeClr val="dk1"/>
                </a:solidFill>
                <a:latin typeface="Raleway"/>
                <a:ea typeface="Raleway"/>
                <a:cs typeface="Raleway"/>
                <a:sym typeface="Raleway"/>
              </a:rPr>
              <a:t>Após entrar na ficha, escolhe qual campo deseja editar: Informações básicas, ataques, habilidades, magias(se houver), equipamentos ou descrição, depois adiciona as informações editadas.</a:t>
            </a:r>
            <a:endParaRPr>
              <a:solidFill>
                <a:schemeClr val="dk1"/>
              </a:solidFill>
              <a:latin typeface="Raleway"/>
              <a:ea typeface="Raleway"/>
              <a:cs typeface="Raleway"/>
              <a:sym typeface="Raleway"/>
            </a:endParaRPr>
          </a:p>
        </p:txBody>
      </p:sp>
      <p:pic>
        <p:nvPicPr>
          <p:cNvPr id="324" name="Google Shape;324;p42"/>
          <p:cNvPicPr preferRelativeResize="0"/>
          <p:nvPr/>
        </p:nvPicPr>
        <p:blipFill rotWithShape="1">
          <a:blip r:embed="rId3">
            <a:alphaModFix/>
          </a:blip>
          <a:srcRect b="7256" l="0" r="0" t="10370"/>
          <a:stretch/>
        </p:blipFill>
        <p:spPr>
          <a:xfrm>
            <a:off x="2788300" y="1416700"/>
            <a:ext cx="6355699" cy="2753049"/>
          </a:xfrm>
          <a:prstGeom prst="rect">
            <a:avLst/>
          </a:prstGeom>
          <a:noFill/>
          <a:ln>
            <a:noFill/>
          </a:ln>
          <a:effectLst>
            <a:outerShdw blurRad="57150" rotWithShape="0" algn="bl" dir="5400000" dist="19050">
              <a:srgbClr val="000000">
                <a:alpha val="50000"/>
              </a:srgbClr>
            </a:outerShdw>
          </a:effectLst>
        </p:spPr>
      </p:pic>
      <p:sp>
        <p:nvSpPr>
          <p:cNvPr id="325" name="Google Shape;325;p42"/>
          <p:cNvSpPr txBox="1"/>
          <p:nvPr/>
        </p:nvSpPr>
        <p:spPr>
          <a:xfrm>
            <a:off x="713225" y="4118800"/>
            <a:ext cx="1776900" cy="14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a:solidFill>
                  <a:schemeClr val="dk1"/>
                </a:solidFill>
                <a:latin typeface="Raleway"/>
                <a:ea typeface="Raleway"/>
                <a:cs typeface="Raleway"/>
                <a:sym typeface="Raleway"/>
              </a:rPr>
              <a:t>Casos de uso:</a:t>
            </a:r>
            <a:r>
              <a:rPr lang="fr">
                <a:solidFill>
                  <a:schemeClr val="dk1"/>
                </a:solidFill>
                <a:latin typeface="Raleway"/>
                <a:ea typeface="Raleway"/>
                <a:cs typeface="Raleway"/>
                <a:sym typeface="Raleway"/>
              </a:rPr>
              <a:t> Criar ficha de personagem;</a:t>
            </a:r>
            <a:endParaRPr>
              <a:solidFill>
                <a:schemeClr val="dk1"/>
              </a:solidFill>
              <a:latin typeface="Raleway"/>
              <a:ea typeface="Raleway"/>
              <a:cs typeface="Raleway"/>
              <a:sym typeface="Raleway"/>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3"/>
          <p:cNvSpPr txBox="1"/>
          <p:nvPr>
            <p:ph type="title"/>
          </p:nvPr>
        </p:nvSpPr>
        <p:spPr>
          <a:xfrm>
            <a:off x="713225" y="539500"/>
            <a:ext cx="8313000" cy="877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sz="2400"/>
              <a:t>CENÁRIO 3 - UTILIZAR FICHA DE PERSONAGEM</a:t>
            </a:r>
            <a:endParaRPr sz="2400"/>
          </a:p>
        </p:txBody>
      </p:sp>
      <p:sp>
        <p:nvSpPr>
          <p:cNvPr id="331" name="Google Shape;331;p43"/>
          <p:cNvSpPr txBox="1"/>
          <p:nvPr/>
        </p:nvSpPr>
        <p:spPr>
          <a:xfrm>
            <a:off x="713225" y="1416700"/>
            <a:ext cx="1859100" cy="27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a:solidFill>
                  <a:schemeClr val="dk1"/>
                </a:solidFill>
                <a:latin typeface="Raleway"/>
                <a:ea typeface="Raleway"/>
                <a:cs typeface="Raleway"/>
                <a:sym typeface="Raleway"/>
              </a:rPr>
              <a:t>Após entrar na ficha, o usuário pode utilizar a ficha, por exemplo, alterando a vida e a mana mínima ou máxima.</a:t>
            </a:r>
            <a:endParaRPr>
              <a:solidFill>
                <a:schemeClr val="dk1"/>
              </a:solidFill>
              <a:latin typeface="Raleway"/>
              <a:ea typeface="Raleway"/>
              <a:cs typeface="Raleway"/>
              <a:sym typeface="Raleway"/>
            </a:endParaRPr>
          </a:p>
          <a:p>
            <a:pPr indent="0" lvl="0" marL="0" rtl="0" algn="l">
              <a:spcBef>
                <a:spcPts val="0"/>
              </a:spcBef>
              <a:spcAft>
                <a:spcPts val="0"/>
              </a:spcAft>
              <a:buNone/>
            </a:pPr>
            <a:r>
              <a:rPr lang="fr">
                <a:solidFill>
                  <a:schemeClr val="dk1"/>
                </a:solidFill>
                <a:latin typeface="Raleway"/>
                <a:ea typeface="Raleway"/>
                <a:cs typeface="Raleway"/>
                <a:sym typeface="Raleway"/>
              </a:rPr>
              <a:t>A vida e a mana podem ser alteradas ao apertar nas setas ou editando diretamente no valor.</a:t>
            </a:r>
            <a:endParaRPr>
              <a:solidFill>
                <a:schemeClr val="dk1"/>
              </a:solidFill>
              <a:latin typeface="Raleway"/>
              <a:ea typeface="Raleway"/>
              <a:cs typeface="Raleway"/>
              <a:sym typeface="Raleway"/>
            </a:endParaRPr>
          </a:p>
        </p:txBody>
      </p:sp>
      <p:pic>
        <p:nvPicPr>
          <p:cNvPr id="332" name="Google Shape;332;p43"/>
          <p:cNvPicPr preferRelativeResize="0"/>
          <p:nvPr/>
        </p:nvPicPr>
        <p:blipFill rotWithShape="1">
          <a:blip r:embed="rId3">
            <a:alphaModFix/>
          </a:blip>
          <a:srcRect b="4734" l="0" r="0" t="4734"/>
          <a:stretch/>
        </p:blipFill>
        <p:spPr>
          <a:xfrm>
            <a:off x="2788300" y="1416700"/>
            <a:ext cx="6355697" cy="2753049"/>
          </a:xfrm>
          <a:prstGeom prst="rect">
            <a:avLst/>
          </a:prstGeom>
          <a:noFill/>
          <a:ln>
            <a:noFill/>
          </a:ln>
          <a:effectLst>
            <a:outerShdw blurRad="57150" rotWithShape="0" algn="bl" dir="5400000" dist="19050">
              <a:srgbClr val="000000">
                <a:alpha val="50000"/>
              </a:srgbClr>
            </a:outerShdw>
          </a:effectLst>
        </p:spPr>
      </p:pic>
      <p:sp>
        <p:nvSpPr>
          <p:cNvPr id="333" name="Google Shape;333;p43"/>
          <p:cNvSpPr txBox="1"/>
          <p:nvPr/>
        </p:nvSpPr>
        <p:spPr>
          <a:xfrm>
            <a:off x="713225" y="4325050"/>
            <a:ext cx="2954700" cy="14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a:solidFill>
                  <a:schemeClr val="dk1"/>
                </a:solidFill>
                <a:latin typeface="Raleway"/>
                <a:ea typeface="Raleway"/>
                <a:cs typeface="Raleway"/>
                <a:sym typeface="Raleway"/>
              </a:rPr>
              <a:t>Casos de uso:</a:t>
            </a:r>
            <a:r>
              <a:rPr lang="fr">
                <a:solidFill>
                  <a:schemeClr val="dk1"/>
                </a:solidFill>
                <a:latin typeface="Raleway"/>
                <a:ea typeface="Raleway"/>
                <a:cs typeface="Raleway"/>
                <a:sym typeface="Raleway"/>
              </a:rPr>
              <a:t> Usar ficha - Alterar vida e mana;</a:t>
            </a:r>
            <a:endParaRPr>
              <a:solidFill>
                <a:schemeClr val="dk1"/>
              </a:solidFill>
              <a:latin typeface="Raleway"/>
              <a:ea typeface="Raleway"/>
              <a:cs typeface="Raleway"/>
              <a:sym typeface="Raleway"/>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37" name="Shape 337"/>
        <p:cNvGrpSpPr/>
        <p:nvPr/>
      </p:nvGrpSpPr>
      <p:grpSpPr>
        <a:xfrm>
          <a:off x="0" y="0"/>
          <a:ext cx="0" cy="0"/>
          <a:chOff x="0" y="0"/>
          <a:chExt cx="0" cy="0"/>
        </a:xfrm>
      </p:grpSpPr>
      <p:pic>
        <p:nvPicPr>
          <p:cNvPr id="338" name="Google Shape;338;p44"/>
          <p:cNvPicPr preferRelativeResize="0"/>
          <p:nvPr/>
        </p:nvPicPr>
        <p:blipFill rotWithShape="1">
          <a:blip r:embed="rId3">
            <a:alphaModFix/>
          </a:blip>
          <a:srcRect b="44339" l="0" r="0" t="44339"/>
          <a:stretch/>
        </p:blipFill>
        <p:spPr>
          <a:xfrm flipH="1">
            <a:off x="1417300" y="3481500"/>
            <a:ext cx="8256000" cy="1662000"/>
          </a:xfrm>
          <a:prstGeom prst="parallelogram">
            <a:avLst>
              <a:gd fmla="val 25000" name="adj"/>
            </a:avLst>
          </a:prstGeom>
          <a:noFill/>
          <a:ln>
            <a:noFill/>
          </a:ln>
          <a:effectLst>
            <a:outerShdw blurRad="57150" rotWithShape="0" algn="bl" dir="5400000" dist="19050">
              <a:srgbClr val="000000">
                <a:alpha val="50000"/>
              </a:srgbClr>
            </a:outerShdw>
          </a:effectLst>
        </p:spPr>
      </p:pic>
      <p:sp>
        <p:nvSpPr>
          <p:cNvPr id="339" name="Google Shape;339;p44"/>
          <p:cNvSpPr txBox="1"/>
          <p:nvPr>
            <p:ph type="title"/>
          </p:nvPr>
        </p:nvSpPr>
        <p:spPr>
          <a:xfrm>
            <a:off x="1526625" y="1641650"/>
            <a:ext cx="69042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fr">
                <a:solidFill>
                  <a:schemeClr val="lt1"/>
                </a:solidFill>
              </a:rPr>
              <a:t>DEMAIS DIAGRAMAS</a:t>
            </a:r>
            <a:endParaRPr>
              <a:solidFill>
                <a:schemeClr val="accent3"/>
              </a:solidFill>
            </a:endParaRPr>
          </a:p>
        </p:txBody>
      </p:sp>
      <p:sp>
        <p:nvSpPr>
          <p:cNvPr id="340" name="Google Shape;340;p44"/>
          <p:cNvSpPr txBox="1"/>
          <p:nvPr>
            <p:ph idx="1" type="subTitle"/>
          </p:nvPr>
        </p:nvSpPr>
        <p:spPr>
          <a:xfrm>
            <a:off x="4227450" y="2538500"/>
            <a:ext cx="4203300" cy="384300"/>
          </a:xfrm>
          <a:prstGeom prst="rect">
            <a:avLst/>
          </a:prstGeom>
        </p:spPr>
        <p:txBody>
          <a:bodyPr anchorCtr="0" anchor="ctr" bIns="91425" lIns="91425" spcFirstLastPara="1" rIns="91425" wrap="square" tIns="91425">
            <a:noAutofit/>
          </a:bodyPr>
          <a:lstStyle/>
          <a:p>
            <a:pPr indent="0" lvl="0" marL="0" rtl="0" algn="r">
              <a:spcBef>
                <a:spcPts val="0"/>
              </a:spcBef>
              <a:spcAft>
                <a:spcPts val="1600"/>
              </a:spcAft>
              <a:buNone/>
            </a:pPr>
            <a:r>
              <a:t/>
            </a:r>
            <a:endParaRPr/>
          </a:p>
        </p:txBody>
      </p:sp>
      <p:sp>
        <p:nvSpPr>
          <p:cNvPr id="341" name="Google Shape;341;p44"/>
          <p:cNvSpPr txBox="1"/>
          <p:nvPr>
            <p:ph idx="2" type="title"/>
          </p:nvPr>
        </p:nvSpPr>
        <p:spPr>
          <a:xfrm>
            <a:off x="6671250" y="598475"/>
            <a:ext cx="1759500" cy="1108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fr"/>
              <a:t>03</a:t>
            </a:r>
            <a:endParaRPr/>
          </a:p>
        </p:txBody>
      </p:sp>
      <p:grpSp>
        <p:nvGrpSpPr>
          <p:cNvPr id="342" name="Google Shape;342;p44"/>
          <p:cNvGrpSpPr/>
          <p:nvPr/>
        </p:nvGrpSpPr>
        <p:grpSpPr>
          <a:xfrm>
            <a:off x="4571075" y="-1282025"/>
            <a:ext cx="0" cy="9142200"/>
            <a:chOff x="397450" y="-362150"/>
            <a:chExt cx="0" cy="9142200"/>
          </a:xfrm>
        </p:grpSpPr>
        <p:cxnSp>
          <p:nvCxnSpPr>
            <p:cNvPr id="343" name="Google Shape;343;p44"/>
            <p:cNvCxnSpPr/>
            <p:nvPr/>
          </p:nvCxnSpPr>
          <p:spPr>
            <a:xfrm rot="-5400000">
              <a:off x="-3470450" y="4912150"/>
              <a:ext cx="7735800" cy="0"/>
            </a:xfrm>
            <a:prstGeom prst="straightConnector1">
              <a:avLst/>
            </a:prstGeom>
            <a:noFill/>
            <a:ln cap="flat" cmpd="sng" w="19050">
              <a:solidFill>
                <a:schemeClr val="lt1"/>
              </a:solidFill>
              <a:prstDash val="solid"/>
              <a:round/>
              <a:headEnd len="med" w="med" type="none"/>
              <a:tailEnd len="med" w="med" type="none"/>
            </a:ln>
          </p:spPr>
        </p:cxnSp>
        <p:cxnSp>
          <p:nvCxnSpPr>
            <p:cNvPr id="344" name="Google Shape;344;p44"/>
            <p:cNvCxnSpPr/>
            <p:nvPr/>
          </p:nvCxnSpPr>
          <p:spPr>
            <a:xfrm rot="-5400000">
              <a:off x="-268550" y="303850"/>
              <a:ext cx="1332000" cy="0"/>
            </a:xfrm>
            <a:prstGeom prst="straightConnector1">
              <a:avLst/>
            </a:prstGeom>
            <a:noFill/>
            <a:ln cap="flat" cmpd="sng" w="19050">
              <a:solidFill>
                <a:schemeClr val="lt1"/>
              </a:solidFill>
              <a:prstDash val="dot"/>
              <a:round/>
              <a:headEnd len="med" w="med" type="none"/>
              <a:tailEnd len="med" w="med" type="none"/>
            </a:ln>
          </p:spPr>
        </p:cxn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5"/>
          <p:cNvSpPr txBox="1"/>
          <p:nvPr>
            <p:ph type="title"/>
          </p:nvPr>
        </p:nvSpPr>
        <p:spPr>
          <a:xfrm>
            <a:off x="713225" y="1978800"/>
            <a:ext cx="3561000" cy="11859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sz="2400"/>
              <a:t>DIAGRAMA </a:t>
            </a:r>
            <a:endParaRPr sz="2400"/>
          </a:p>
          <a:p>
            <a:pPr indent="0" lvl="0" marL="0" rtl="0" algn="l">
              <a:spcBef>
                <a:spcPts val="0"/>
              </a:spcBef>
              <a:spcAft>
                <a:spcPts val="0"/>
              </a:spcAft>
              <a:buNone/>
            </a:pPr>
            <a:r>
              <a:rPr lang="fr" sz="2400"/>
              <a:t>DE CLASSES </a:t>
            </a:r>
            <a:endParaRPr sz="2400"/>
          </a:p>
          <a:p>
            <a:pPr indent="0" lvl="0" marL="0" rtl="0" algn="l">
              <a:spcBef>
                <a:spcPts val="0"/>
              </a:spcBef>
              <a:spcAft>
                <a:spcPts val="0"/>
              </a:spcAft>
              <a:buNone/>
            </a:pPr>
            <a:r>
              <a:rPr lang="fr" sz="2400"/>
              <a:t>DE DOMÍNIO</a:t>
            </a:r>
            <a:endParaRPr sz="2400"/>
          </a:p>
        </p:txBody>
      </p:sp>
      <p:pic>
        <p:nvPicPr>
          <p:cNvPr id="350" name="Google Shape;350;p45"/>
          <p:cNvPicPr preferRelativeResize="0"/>
          <p:nvPr/>
        </p:nvPicPr>
        <p:blipFill rotWithShape="1">
          <a:blip r:embed="rId3">
            <a:alphaModFix/>
          </a:blip>
          <a:srcRect b="10321" l="0" r="2229" t="11363"/>
          <a:stretch/>
        </p:blipFill>
        <p:spPr>
          <a:xfrm>
            <a:off x="3915750" y="0"/>
            <a:ext cx="4662250" cy="5143499"/>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6"/>
          <p:cNvSpPr txBox="1"/>
          <p:nvPr>
            <p:ph type="title"/>
          </p:nvPr>
        </p:nvSpPr>
        <p:spPr>
          <a:xfrm>
            <a:off x="713225" y="100900"/>
            <a:ext cx="8741400" cy="5733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sz="2400"/>
              <a:t>DIAGRAMA ENTIDADE-RELACIONAMENTO</a:t>
            </a:r>
            <a:endParaRPr sz="2400"/>
          </a:p>
        </p:txBody>
      </p:sp>
      <p:pic>
        <p:nvPicPr>
          <p:cNvPr id="356" name="Google Shape;356;p46"/>
          <p:cNvPicPr preferRelativeResize="0"/>
          <p:nvPr/>
        </p:nvPicPr>
        <p:blipFill rotWithShape="1">
          <a:blip r:embed="rId3">
            <a:alphaModFix/>
          </a:blip>
          <a:srcRect b="0" l="0" r="0" t="0"/>
          <a:stretch/>
        </p:blipFill>
        <p:spPr>
          <a:xfrm>
            <a:off x="1048150" y="674200"/>
            <a:ext cx="7232250" cy="446942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60" name="Shape 360"/>
        <p:cNvGrpSpPr/>
        <p:nvPr/>
      </p:nvGrpSpPr>
      <p:grpSpPr>
        <a:xfrm>
          <a:off x="0" y="0"/>
          <a:ext cx="0" cy="0"/>
          <a:chOff x="0" y="0"/>
          <a:chExt cx="0" cy="0"/>
        </a:xfrm>
      </p:grpSpPr>
      <p:pic>
        <p:nvPicPr>
          <p:cNvPr id="361" name="Google Shape;361;p47"/>
          <p:cNvPicPr preferRelativeResize="0"/>
          <p:nvPr/>
        </p:nvPicPr>
        <p:blipFill rotWithShape="1">
          <a:blip r:embed="rId3">
            <a:alphaModFix/>
          </a:blip>
          <a:srcRect b="44339" l="0" r="0" t="44339"/>
          <a:stretch/>
        </p:blipFill>
        <p:spPr>
          <a:xfrm flipH="1">
            <a:off x="1417300" y="3481500"/>
            <a:ext cx="8256000" cy="1662000"/>
          </a:xfrm>
          <a:prstGeom prst="parallelogram">
            <a:avLst>
              <a:gd fmla="val 25000" name="adj"/>
            </a:avLst>
          </a:prstGeom>
          <a:noFill/>
          <a:ln>
            <a:noFill/>
          </a:ln>
          <a:effectLst>
            <a:outerShdw blurRad="57150" rotWithShape="0" algn="bl" dir="5400000" dist="19050">
              <a:srgbClr val="000000">
                <a:alpha val="50000"/>
              </a:srgbClr>
            </a:outerShdw>
          </a:effectLst>
        </p:spPr>
      </p:pic>
      <p:sp>
        <p:nvSpPr>
          <p:cNvPr id="362" name="Google Shape;362;p47"/>
          <p:cNvSpPr txBox="1"/>
          <p:nvPr>
            <p:ph type="title"/>
          </p:nvPr>
        </p:nvSpPr>
        <p:spPr>
          <a:xfrm>
            <a:off x="1526625" y="1641650"/>
            <a:ext cx="6904200" cy="841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fr">
                <a:solidFill>
                  <a:schemeClr val="lt1"/>
                </a:solidFill>
              </a:rPr>
              <a:t>LIÇÕES APRENDIDAS</a:t>
            </a:r>
            <a:endParaRPr>
              <a:solidFill>
                <a:schemeClr val="accent3"/>
              </a:solidFill>
            </a:endParaRPr>
          </a:p>
        </p:txBody>
      </p:sp>
      <p:sp>
        <p:nvSpPr>
          <p:cNvPr id="363" name="Google Shape;363;p47"/>
          <p:cNvSpPr txBox="1"/>
          <p:nvPr>
            <p:ph idx="1" type="subTitle"/>
          </p:nvPr>
        </p:nvSpPr>
        <p:spPr>
          <a:xfrm>
            <a:off x="4227450" y="2538500"/>
            <a:ext cx="4203300" cy="384300"/>
          </a:xfrm>
          <a:prstGeom prst="rect">
            <a:avLst/>
          </a:prstGeom>
        </p:spPr>
        <p:txBody>
          <a:bodyPr anchorCtr="0" anchor="ctr" bIns="91425" lIns="91425" spcFirstLastPara="1" rIns="91425" wrap="square" tIns="91425">
            <a:noAutofit/>
          </a:bodyPr>
          <a:lstStyle/>
          <a:p>
            <a:pPr indent="0" lvl="0" marL="0" rtl="0" algn="r">
              <a:spcBef>
                <a:spcPts val="0"/>
              </a:spcBef>
              <a:spcAft>
                <a:spcPts val="1600"/>
              </a:spcAft>
              <a:buNone/>
            </a:pPr>
            <a:r>
              <a:t/>
            </a:r>
            <a:endParaRPr/>
          </a:p>
        </p:txBody>
      </p:sp>
      <p:sp>
        <p:nvSpPr>
          <p:cNvPr id="364" name="Google Shape;364;p47"/>
          <p:cNvSpPr txBox="1"/>
          <p:nvPr>
            <p:ph idx="2" type="title"/>
          </p:nvPr>
        </p:nvSpPr>
        <p:spPr>
          <a:xfrm>
            <a:off x="6671250" y="598475"/>
            <a:ext cx="1759500" cy="1108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fr"/>
              <a:t>04</a:t>
            </a:r>
            <a:endParaRPr/>
          </a:p>
        </p:txBody>
      </p:sp>
      <p:grpSp>
        <p:nvGrpSpPr>
          <p:cNvPr id="365" name="Google Shape;365;p47"/>
          <p:cNvGrpSpPr/>
          <p:nvPr/>
        </p:nvGrpSpPr>
        <p:grpSpPr>
          <a:xfrm>
            <a:off x="4571075" y="-1282025"/>
            <a:ext cx="0" cy="9142200"/>
            <a:chOff x="397450" y="-362150"/>
            <a:chExt cx="0" cy="9142200"/>
          </a:xfrm>
        </p:grpSpPr>
        <p:cxnSp>
          <p:nvCxnSpPr>
            <p:cNvPr id="366" name="Google Shape;366;p47"/>
            <p:cNvCxnSpPr/>
            <p:nvPr/>
          </p:nvCxnSpPr>
          <p:spPr>
            <a:xfrm rot="-5400000">
              <a:off x="-3470450" y="4912150"/>
              <a:ext cx="7735800" cy="0"/>
            </a:xfrm>
            <a:prstGeom prst="straightConnector1">
              <a:avLst/>
            </a:prstGeom>
            <a:noFill/>
            <a:ln cap="flat" cmpd="sng" w="19050">
              <a:solidFill>
                <a:schemeClr val="lt1"/>
              </a:solidFill>
              <a:prstDash val="solid"/>
              <a:round/>
              <a:headEnd len="med" w="med" type="none"/>
              <a:tailEnd len="med" w="med" type="none"/>
            </a:ln>
          </p:spPr>
        </p:cxnSp>
        <p:cxnSp>
          <p:nvCxnSpPr>
            <p:cNvPr id="367" name="Google Shape;367;p47"/>
            <p:cNvCxnSpPr/>
            <p:nvPr/>
          </p:nvCxnSpPr>
          <p:spPr>
            <a:xfrm rot="-5400000">
              <a:off x="-268550" y="303850"/>
              <a:ext cx="1332000" cy="0"/>
            </a:xfrm>
            <a:prstGeom prst="straightConnector1">
              <a:avLst/>
            </a:prstGeom>
            <a:noFill/>
            <a:ln cap="flat" cmpd="sng" w="19050">
              <a:solidFill>
                <a:schemeClr val="lt1"/>
              </a:solidFill>
              <a:prstDash val="dot"/>
              <a:round/>
              <a:headEnd len="med" w="med" type="none"/>
              <a:tailEnd len="med" w="med" type="none"/>
            </a:ln>
          </p:spPr>
        </p:cxn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1" name="Shape 371"/>
        <p:cNvGrpSpPr/>
        <p:nvPr/>
      </p:nvGrpSpPr>
      <p:grpSpPr>
        <a:xfrm>
          <a:off x="0" y="0"/>
          <a:ext cx="0" cy="0"/>
          <a:chOff x="0" y="0"/>
          <a:chExt cx="0" cy="0"/>
        </a:xfrm>
      </p:grpSpPr>
      <p:sp>
        <p:nvSpPr>
          <p:cNvPr id="372" name="Google Shape;372;p48"/>
          <p:cNvSpPr txBox="1"/>
          <p:nvPr>
            <p:ph idx="1" type="subTitle"/>
          </p:nvPr>
        </p:nvSpPr>
        <p:spPr>
          <a:xfrm>
            <a:off x="1720550" y="3316225"/>
            <a:ext cx="2558400" cy="475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SOLUÇÕES ENCONTRADAS</a:t>
            </a:r>
            <a:endParaRPr/>
          </a:p>
        </p:txBody>
      </p:sp>
      <p:sp>
        <p:nvSpPr>
          <p:cNvPr id="373" name="Google Shape;373;p48"/>
          <p:cNvSpPr txBox="1"/>
          <p:nvPr>
            <p:ph idx="3" type="subTitle"/>
          </p:nvPr>
        </p:nvSpPr>
        <p:spPr>
          <a:xfrm>
            <a:off x="5602039" y="1235575"/>
            <a:ext cx="2558400" cy="475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DIFICULDADES</a:t>
            </a:r>
            <a:endParaRPr/>
          </a:p>
        </p:txBody>
      </p:sp>
      <p:sp>
        <p:nvSpPr>
          <p:cNvPr id="374" name="Google Shape;374;p48"/>
          <p:cNvSpPr txBox="1"/>
          <p:nvPr>
            <p:ph idx="7" type="subTitle"/>
          </p:nvPr>
        </p:nvSpPr>
        <p:spPr>
          <a:xfrm>
            <a:off x="1720550" y="1235575"/>
            <a:ext cx="2558400" cy="475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fr"/>
              <a:t>EXPERIÊNCIAS</a:t>
            </a:r>
            <a:endParaRPr/>
          </a:p>
        </p:txBody>
      </p:sp>
      <p:sp>
        <p:nvSpPr>
          <p:cNvPr id="375" name="Google Shape;375;p48"/>
          <p:cNvSpPr txBox="1"/>
          <p:nvPr>
            <p:ph idx="9" type="title"/>
          </p:nvPr>
        </p:nvSpPr>
        <p:spPr>
          <a:xfrm>
            <a:off x="833450" y="1114725"/>
            <a:ext cx="887100" cy="593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01</a:t>
            </a:r>
            <a:endParaRPr/>
          </a:p>
        </p:txBody>
      </p:sp>
      <p:sp>
        <p:nvSpPr>
          <p:cNvPr id="376" name="Google Shape;376;p48"/>
          <p:cNvSpPr txBox="1"/>
          <p:nvPr>
            <p:ph idx="13" type="title"/>
          </p:nvPr>
        </p:nvSpPr>
        <p:spPr>
          <a:xfrm>
            <a:off x="833450" y="3198625"/>
            <a:ext cx="887100" cy="593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03</a:t>
            </a:r>
            <a:endParaRPr/>
          </a:p>
        </p:txBody>
      </p:sp>
      <p:sp>
        <p:nvSpPr>
          <p:cNvPr id="377" name="Google Shape;377;p48"/>
          <p:cNvSpPr txBox="1"/>
          <p:nvPr>
            <p:ph idx="15" type="title"/>
          </p:nvPr>
        </p:nvSpPr>
        <p:spPr>
          <a:xfrm>
            <a:off x="4714950" y="1116325"/>
            <a:ext cx="887100" cy="593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a:t>02</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81" name="Shape 381"/>
        <p:cNvGrpSpPr/>
        <p:nvPr/>
      </p:nvGrpSpPr>
      <p:grpSpPr>
        <a:xfrm>
          <a:off x="0" y="0"/>
          <a:ext cx="0" cy="0"/>
          <a:chOff x="0" y="0"/>
          <a:chExt cx="0" cy="0"/>
        </a:xfrm>
      </p:grpSpPr>
      <p:sp>
        <p:nvSpPr>
          <p:cNvPr id="382" name="Google Shape;382;p49"/>
          <p:cNvSpPr txBox="1"/>
          <p:nvPr>
            <p:ph idx="1" type="subTitle"/>
          </p:nvPr>
        </p:nvSpPr>
        <p:spPr>
          <a:xfrm>
            <a:off x="1458150" y="2068800"/>
            <a:ext cx="6227700" cy="1005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fr" sz="6000">
                <a:solidFill>
                  <a:schemeClr val="lt1"/>
                </a:solidFill>
              </a:rPr>
              <a:t>OBRIGADO!</a:t>
            </a:r>
            <a:endParaRPr sz="6000">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gant Red Meeting by Slidesgo">
  <a:themeElements>
    <a:clrScheme name="Simple Light">
      <a:dk1>
        <a:srgbClr val="000000"/>
      </a:dk1>
      <a:lt1>
        <a:srgbClr val="FFFFFF"/>
      </a:lt1>
      <a:dk2>
        <a:srgbClr val="FFFFFF"/>
      </a:dk2>
      <a:lt2>
        <a:srgbClr val="FFFFFF"/>
      </a:lt2>
      <a:accent1>
        <a:srgbClr val="990000"/>
      </a:accent1>
      <a:accent2>
        <a:srgbClr val="CC0000"/>
      </a:accent2>
      <a:accent3>
        <a:srgbClr val="FF8686"/>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
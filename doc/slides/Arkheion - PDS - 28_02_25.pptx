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Lst>
  <p:sldSz cy="5143500" cx="9144000"/>
  <p:notesSz cx="6858000" cy="9144000"/>
  <p:embeddedFontLst>
    <p:embeddedFont>
      <p:font typeface="Raleway"/>
      <p:regular r:id="rId48"/>
      <p:bold r:id="rId49"/>
      <p:italic r:id="rId50"/>
      <p:boldItalic r:id="rId51"/>
    </p:embeddedFont>
    <p:embeddedFont>
      <p:font typeface="Montserrat SemiBold"/>
      <p:regular r:id="rId52"/>
      <p:bold r:id="rId53"/>
      <p:italic r:id="rId54"/>
      <p:boldItalic r:id="rId55"/>
    </p:embeddedFont>
    <p:embeddedFont>
      <p:font typeface="Montserrat"/>
      <p:regular r:id="rId56"/>
      <p:bold r:id="rId57"/>
      <p:italic r:id="rId58"/>
      <p:boldItalic r:id="rId59"/>
    </p:embeddedFont>
    <p:embeddedFont>
      <p:font typeface="Montserrat Medium"/>
      <p:regular r:id="rId60"/>
      <p:bold r:id="rId61"/>
      <p:italic r:id="rId62"/>
      <p:boldItalic r:id="rId63"/>
    </p:embeddedFont>
    <p:embeddedFont>
      <p:font typeface="Archivo"/>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8" roundtripDataSignature="AMtx7mj/JibXJS5aN0M6xT3r+CvHWIiD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aleway-regular.fntdata"/><Relationship Id="rId47" Type="http://schemas.openxmlformats.org/officeDocument/2006/relationships/slide" Target="slides/slide43.xml"/><Relationship Id="rId49" Type="http://schemas.openxmlformats.org/officeDocument/2006/relationships/font" Target="fonts/Ralew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MontserratMedium-italic.fntdata"/><Relationship Id="rId61" Type="http://schemas.openxmlformats.org/officeDocument/2006/relationships/font" Target="fonts/MontserratMedium-bold.fntdata"/><Relationship Id="rId20" Type="http://schemas.openxmlformats.org/officeDocument/2006/relationships/slide" Target="slides/slide16.xml"/><Relationship Id="rId64" Type="http://schemas.openxmlformats.org/officeDocument/2006/relationships/font" Target="fonts/Archivo-regular.fntdata"/><Relationship Id="rId63" Type="http://schemas.openxmlformats.org/officeDocument/2006/relationships/font" Target="fonts/MontserratMedium-boldItalic.fntdata"/><Relationship Id="rId22" Type="http://schemas.openxmlformats.org/officeDocument/2006/relationships/slide" Target="slides/slide18.xml"/><Relationship Id="rId66" Type="http://schemas.openxmlformats.org/officeDocument/2006/relationships/font" Target="fonts/Archivo-italic.fntdata"/><Relationship Id="rId21" Type="http://schemas.openxmlformats.org/officeDocument/2006/relationships/slide" Target="slides/slide17.xml"/><Relationship Id="rId65" Type="http://schemas.openxmlformats.org/officeDocument/2006/relationships/font" Target="fonts/Archivo-bold.fntdata"/><Relationship Id="rId24" Type="http://schemas.openxmlformats.org/officeDocument/2006/relationships/slide" Target="slides/slide20.xml"/><Relationship Id="rId68" Type="http://customschemas.google.com/relationships/presentationmetadata" Target="metadata"/><Relationship Id="rId23" Type="http://schemas.openxmlformats.org/officeDocument/2006/relationships/slide" Target="slides/slide19.xml"/><Relationship Id="rId67" Type="http://schemas.openxmlformats.org/officeDocument/2006/relationships/font" Target="fonts/Archivo-boldItalic.fntdata"/><Relationship Id="rId60" Type="http://schemas.openxmlformats.org/officeDocument/2006/relationships/font" Target="fonts/MontserratMedium-regular.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MontserratSemiBold-bold.fntdata"/><Relationship Id="rId52" Type="http://schemas.openxmlformats.org/officeDocument/2006/relationships/font" Target="fonts/MontserratSemiBold-regular.fntdata"/><Relationship Id="rId11" Type="http://schemas.openxmlformats.org/officeDocument/2006/relationships/slide" Target="slides/slide7.xml"/><Relationship Id="rId55" Type="http://schemas.openxmlformats.org/officeDocument/2006/relationships/font" Target="fonts/MontserratSemiBold-boldItalic.fntdata"/><Relationship Id="rId10" Type="http://schemas.openxmlformats.org/officeDocument/2006/relationships/slide" Target="slides/slide6.xml"/><Relationship Id="rId54" Type="http://schemas.openxmlformats.org/officeDocument/2006/relationships/font" Target="fonts/MontserratSemiBold-italic.fntdata"/><Relationship Id="rId13" Type="http://schemas.openxmlformats.org/officeDocument/2006/relationships/slide" Target="slides/slide9.xml"/><Relationship Id="rId57" Type="http://schemas.openxmlformats.org/officeDocument/2006/relationships/font" Target="fonts/Montserrat-bold.fntdata"/><Relationship Id="rId12" Type="http://schemas.openxmlformats.org/officeDocument/2006/relationships/slide" Target="slides/slide8.xml"/><Relationship Id="rId56" Type="http://schemas.openxmlformats.org/officeDocument/2006/relationships/font" Target="fonts/Montserrat-regular.fntdata"/><Relationship Id="rId15" Type="http://schemas.openxmlformats.org/officeDocument/2006/relationships/slide" Target="slides/slide11.xml"/><Relationship Id="rId59" Type="http://schemas.openxmlformats.org/officeDocument/2006/relationships/font" Target="fonts/Montserrat-boldItalic.fntdata"/><Relationship Id="rId14" Type="http://schemas.openxmlformats.org/officeDocument/2006/relationships/slide" Target="slides/slide10.xml"/><Relationship Id="rId58" Type="http://schemas.openxmlformats.org/officeDocument/2006/relationships/font" Target="fonts/Montserrat-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dcca8261e4_1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2dcca8261e4_1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dcca8261e4_1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2dcca8261e4_1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dcca8261e4_1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2dcca8261e4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dcca8261e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2dcca8261e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dcca8261e4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2dcca8261e4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dcca8261e4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g2dcca8261e4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3a289998fd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33a289998fd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3a289998fd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g33a289998fd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3a289998fd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3a289998fd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dcca8261e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g2dcca8261e4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dcca8261e4_1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g2dcca8261e4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dcca8261e4_1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g2dcca8261e4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dcca8261e4_1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g2dcca8261e4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dcca8261e4_1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g2dcca8261e4_1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dcca8261e4_1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g2dcca8261e4_1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9" name="Google Shape;48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8" name="Google Shape;50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3a289998fd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g33a289998fd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3a289998fd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g33a289998fd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sp>
        <p:nvSpPr>
          <p:cNvPr id="10" name="Google Shape;10;p29"/>
          <p:cNvSpPr txBox="1"/>
          <p:nvPr>
            <p:ph type="ctrTitle"/>
          </p:nvPr>
        </p:nvSpPr>
        <p:spPr>
          <a:xfrm>
            <a:off x="1367725" y="868563"/>
            <a:ext cx="3892500" cy="2895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b="1" sz="5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9"/>
          <p:cNvSpPr txBox="1"/>
          <p:nvPr>
            <p:ph idx="1" type="subTitle"/>
          </p:nvPr>
        </p:nvSpPr>
        <p:spPr>
          <a:xfrm>
            <a:off x="915725" y="4064963"/>
            <a:ext cx="3892500" cy="54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solidFill>
                  <a:schemeClr val="lt1"/>
                </a:solidFill>
                <a:latin typeface="Raleway"/>
                <a:ea typeface="Raleway"/>
                <a:cs typeface="Raleway"/>
                <a:sym typeface="Raleway"/>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3" name="Shape 13"/>
        <p:cNvGrpSpPr/>
        <p:nvPr/>
      </p:nvGrpSpPr>
      <p:grpSpPr>
        <a:xfrm>
          <a:off x="0" y="0"/>
          <a:ext cx="0" cy="0"/>
          <a:chOff x="0" y="0"/>
          <a:chExt cx="0" cy="0"/>
        </a:xfrm>
      </p:grpSpPr>
      <p:sp>
        <p:nvSpPr>
          <p:cNvPr id="14" name="Google Shape;14;p30"/>
          <p:cNvSpPr/>
          <p:nvPr/>
        </p:nvSpPr>
        <p:spPr>
          <a:xfrm flipH="1">
            <a:off x="405125" y="0"/>
            <a:ext cx="8509200" cy="5143500"/>
          </a:xfrm>
          <a:prstGeom prst="parallelogram">
            <a:avLst>
              <a:gd fmla="val 25000" name="adj"/>
            </a:avLst>
          </a:prstGeom>
          <a:solidFill>
            <a:schemeClr val="accent1"/>
          </a:solidFill>
          <a:ln>
            <a:noFill/>
          </a:ln>
          <a:effectLst>
            <a:outerShdw blurRad="85725" rotWithShape="0" algn="bl" dir="3780000" dist="57150">
              <a:srgbClr val="000000">
                <a:alpha val="5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0"/>
          <p:cNvSpPr txBox="1"/>
          <p:nvPr>
            <p:ph hasCustomPrompt="1" type="title"/>
          </p:nvPr>
        </p:nvSpPr>
        <p:spPr>
          <a:xfrm>
            <a:off x="713225" y="1106125"/>
            <a:ext cx="77175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b="1" sz="10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6" name="Google Shape;16;p30"/>
          <p:cNvSpPr txBox="1"/>
          <p:nvPr>
            <p:ph idx="1" type="body"/>
          </p:nvPr>
        </p:nvSpPr>
        <p:spPr>
          <a:xfrm>
            <a:off x="1879250" y="3152225"/>
            <a:ext cx="5789400" cy="489900"/>
          </a:xfrm>
          <a:prstGeom prst="rect">
            <a:avLst/>
          </a:prstGeom>
          <a:noFill/>
          <a:ln>
            <a:noFill/>
          </a:ln>
        </p:spPr>
        <p:txBody>
          <a:bodyPr anchorCtr="0" anchor="ctr" bIns="91425" lIns="91425" spcFirstLastPara="1" rIns="91425" wrap="square" tIns="91425">
            <a:noAutofit/>
          </a:bodyPr>
          <a:lstStyle>
            <a:lvl1pPr indent="-342900" lvl="0" marL="457200" algn="ctr">
              <a:lnSpc>
                <a:spcPct val="100000"/>
              </a:lnSpc>
              <a:spcBef>
                <a:spcPts val="0"/>
              </a:spcBef>
              <a:spcAft>
                <a:spcPts val="0"/>
              </a:spcAft>
              <a:buSzPts val="1800"/>
              <a:buChar char="●"/>
              <a:defRPr>
                <a:solidFill>
                  <a:schemeClr val="lt1"/>
                </a:solidFill>
              </a:defRPr>
            </a:lvl1pPr>
            <a:lvl2pPr indent="-317500" lvl="1" marL="914400" algn="ctr">
              <a:lnSpc>
                <a:spcPct val="100000"/>
              </a:lnSpc>
              <a:spcBef>
                <a:spcPts val="0"/>
              </a:spcBef>
              <a:spcAft>
                <a:spcPts val="0"/>
              </a:spcAft>
              <a:buSzPts val="1400"/>
              <a:buChar char="○"/>
              <a:defRPr/>
            </a:lvl2pPr>
            <a:lvl3pPr indent="-317500" lvl="2" marL="1371600" algn="ctr">
              <a:lnSpc>
                <a:spcPct val="100000"/>
              </a:lnSpc>
              <a:spcBef>
                <a:spcPts val="0"/>
              </a:spcBef>
              <a:spcAft>
                <a:spcPts val="0"/>
              </a:spcAft>
              <a:buSzPts val="1400"/>
              <a:buChar char="■"/>
              <a:defRPr/>
            </a:lvl3pPr>
            <a:lvl4pPr indent="-317500" lvl="3" marL="1828800" algn="ctr">
              <a:lnSpc>
                <a:spcPct val="100000"/>
              </a:lnSpc>
              <a:spcBef>
                <a:spcPts val="0"/>
              </a:spcBef>
              <a:spcAft>
                <a:spcPts val="0"/>
              </a:spcAft>
              <a:buSzPts val="1400"/>
              <a:buChar char="●"/>
              <a:defRPr/>
            </a:lvl4pPr>
            <a:lvl5pPr indent="-317500" lvl="4" marL="2286000" algn="ctr">
              <a:lnSpc>
                <a:spcPct val="100000"/>
              </a:lnSpc>
              <a:spcBef>
                <a:spcPts val="0"/>
              </a:spcBef>
              <a:spcAft>
                <a:spcPts val="0"/>
              </a:spcAft>
              <a:buSzPts val="1400"/>
              <a:buChar char="○"/>
              <a:defRPr/>
            </a:lvl5pPr>
            <a:lvl6pPr indent="-317500" lvl="5" marL="2743200" algn="ctr">
              <a:lnSpc>
                <a:spcPct val="100000"/>
              </a:lnSpc>
              <a:spcBef>
                <a:spcPts val="0"/>
              </a:spcBef>
              <a:spcAft>
                <a:spcPts val="0"/>
              </a:spcAft>
              <a:buSzPts val="1400"/>
              <a:buChar char="■"/>
              <a:defRPr/>
            </a:lvl6pPr>
            <a:lvl7pPr indent="-317500" lvl="6" marL="3200400" algn="ctr">
              <a:lnSpc>
                <a:spcPct val="100000"/>
              </a:lnSpc>
              <a:spcBef>
                <a:spcPts val="0"/>
              </a:spcBef>
              <a:spcAft>
                <a:spcPts val="0"/>
              </a:spcAft>
              <a:buSzPts val="1400"/>
              <a:buChar char="●"/>
              <a:defRPr/>
            </a:lvl7pPr>
            <a:lvl8pPr indent="-317500" lvl="7" marL="3657600" algn="ctr">
              <a:lnSpc>
                <a:spcPct val="100000"/>
              </a:lnSpc>
              <a:spcBef>
                <a:spcPts val="0"/>
              </a:spcBef>
              <a:spcAft>
                <a:spcPts val="0"/>
              </a:spcAft>
              <a:buSzPts val="1400"/>
              <a:buChar char="○"/>
              <a:defRPr/>
            </a:lvl8pPr>
            <a:lvl9pPr indent="-317500" lvl="8" marL="4114800" algn="ctr">
              <a:lnSpc>
                <a:spcPct val="100000"/>
              </a:lnSpc>
              <a:spcBef>
                <a:spcPts val="0"/>
              </a:spcBef>
              <a:spcAft>
                <a:spcPts val="0"/>
              </a:spcAft>
              <a:buSzPts val="1400"/>
              <a:buChar char="■"/>
              <a:defRPr/>
            </a:lvl9pPr>
          </a:lstStyle>
          <a:p/>
        </p:txBody>
      </p:sp>
      <p:sp>
        <p:nvSpPr>
          <p:cNvPr id="17" name="Google Shape;17;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1"/>
        </a:solidFill>
      </p:bgPr>
    </p:bg>
    <p:spTree>
      <p:nvGrpSpPr>
        <p:cNvPr id="18" name="Shape 18"/>
        <p:cNvGrpSpPr/>
        <p:nvPr/>
      </p:nvGrpSpPr>
      <p:grpSpPr>
        <a:xfrm>
          <a:off x="0" y="0"/>
          <a:ext cx="0" cy="0"/>
          <a:chOff x="0" y="0"/>
          <a:chExt cx="0" cy="0"/>
        </a:xfrm>
      </p:grpSpPr>
      <p:sp>
        <p:nvSpPr>
          <p:cNvPr id="19" name="Google Shape;19;p31"/>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3000"/>
              <a:buNone/>
              <a:defRPr b="1">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20" name="Google Shape;20;p31"/>
          <p:cNvSpPr txBox="1"/>
          <p:nvPr>
            <p:ph idx="1" type="body"/>
          </p:nvPr>
        </p:nvSpPr>
        <p:spPr>
          <a:xfrm>
            <a:off x="713225" y="1207950"/>
            <a:ext cx="7717500" cy="3400500"/>
          </a:xfrm>
          <a:prstGeom prst="rect">
            <a:avLst/>
          </a:prstGeom>
          <a:noFill/>
          <a:ln>
            <a:noFill/>
          </a:ln>
        </p:spPr>
        <p:txBody>
          <a:bodyPr anchorCtr="0" anchor="ctr" bIns="91425" lIns="91425" spcFirstLastPara="1" rIns="91425" wrap="square" tIns="91425">
            <a:noAutofit/>
          </a:bodyPr>
          <a:lstStyle>
            <a:lvl1pPr indent="-304800" lvl="0" marL="457200" algn="l">
              <a:lnSpc>
                <a:spcPct val="100000"/>
              </a:lnSpc>
              <a:spcBef>
                <a:spcPts val="0"/>
              </a:spcBef>
              <a:spcAft>
                <a:spcPts val="0"/>
              </a:spcAft>
              <a:buClr>
                <a:schemeClr val="lt1"/>
              </a:buClr>
              <a:buSzPts val="1200"/>
              <a:buFont typeface="Anaheim"/>
              <a:buAutoNum type="arabicPeriod"/>
              <a:defRPr sz="1100">
                <a:solidFill>
                  <a:schemeClr val="lt1"/>
                </a:solidFill>
              </a:defRPr>
            </a:lvl1pPr>
            <a:lvl2pPr indent="-304800" lvl="1" marL="914400" algn="l">
              <a:lnSpc>
                <a:spcPct val="100000"/>
              </a:lnSpc>
              <a:spcBef>
                <a:spcPts val="0"/>
              </a:spcBef>
              <a:spcAft>
                <a:spcPts val="0"/>
              </a:spcAft>
              <a:buClr>
                <a:schemeClr val="lt1"/>
              </a:buClr>
              <a:buSzPts val="1200"/>
              <a:buFont typeface="Roboto Condensed Light"/>
              <a:buAutoNum type="alphaLcPeriod"/>
              <a:defRPr>
                <a:solidFill>
                  <a:schemeClr val="lt1"/>
                </a:solidFill>
              </a:defRPr>
            </a:lvl2pPr>
            <a:lvl3pPr indent="-304800" lvl="2" marL="1371600" algn="l">
              <a:lnSpc>
                <a:spcPct val="100000"/>
              </a:lnSpc>
              <a:spcBef>
                <a:spcPts val="0"/>
              </a:spcBef>
              <a:spcAft>
                <a:spcPts val="0"/>
              </a:spcAft>
              <a:buClr>
                <a:schemeClr val="lt1"/>
              </a:buClr>
              <a:buSzPts val="1200"/>
              <a:buFont typeface="Roboto Condensed Light"/>
              <a:buAutoNum type="romanLcPeriod"/>
              <a:defRPr>
                <a:solidFill>
                  <a:schemeClr val="lt1"/>
                </a:solidFill>
              </a:defRPr>
            </a:lvl3pPr>
            <a:lvl4pPr indent="-304800" lvl="3" marL="1828800" algn="l">
              <a:lnSpc>
                <a:spcPct val="100000"/>
              </a:lnSpc>
              <a:spcBef>
                <a:spcPts val="0"/>
              </a:spcBef>
              <a:spcAft>
                <a:spcPts val="0"/>
              </a:spcAft>
              <a:buClr>
                <a:schemeClr val="lt1"/>
              </a:buClr>
              <a:buSzPts val="1200"/>
              <a:buFont typeface="Roboto Condensed Light"/>
              <a:buAutoNum type="arabicPeriod"/>
              <a:defRPr>
                <a:solidFill>
                  <a:schemeClr val="lt1"/>
                </a:solidFill>
              </a:defRPr>
            </a:lvl4pPr>
            <a:lvl5pPr indent="-304800" lvl="4" marL="2286000" algn="l">
              <a:lnSpc>
                <a:spcPct val="100000"/>
              </a:lnSpc>
              <a:spcBef>
                <a:spcPts val="0"/>
              </a:spcBef>
              <a:spcAft>
                <a:spcPts val="0"/>
              </a:spcAft>
              <a:buClr>
                <a:schemeClr val="lt1"/>
              </a:buClr>
              <a:buSzPts val="1200"/>
              <a:buFont typeface="Roboto Condensed Light"/>
              <a:buAutoNum type="alphaLcPeriod"/>
              <a:defRPr>
                <a:solidFill>
                  <a:schemeClr val="lt1"/>
                </a:solidFill>
              </a:defRPr>
            </a:lvl5pPr>
            <a:lvl6pPr indent="-304800" lvl="5" marL="2743200" algn="l">
              <a:lnSpc>
                <a:spcPct val="100000"/>
              </a:lnSpc>
              <a:spcBef>
                <a:spcPts val="0"/>
              </a:spcBef>
              <a:spcAft>
                <a:spcPts val="0"/>
              </a:spcAft>
              <a:buClr>
                <a:schemeClr val="lt1"/>
              </a:buClr>
              <a:buSzPts val="1200"/>
              <a:buFont typeface="Roboto Condensed Light"/>
              <a:buAutoNum type="romanLcPeriod"/>
              <a:defRPr>
                <a:solidFill>
                  <a:schemeClr val="lt1"/>
                </a:solidFill>
              </a:defRPr>
            </a:lvl6pPr>
            <a:lvl7pPr indent="-304800" lvl="6" marL="3200400" algn="l">
              <a:lnSpc>
                <a:spcPct val="100000"/>
              </a:lnSpc>
              <a:spcBef>
                <a:spcPts val="0"/>
              </a:spcBef>
              <a:spcAft>
                <a:spcPts val="0"/>
              </a:spcAft>
              <a:buClr>
                <a:schemeClr val="lt1"/>
              </a:buClr>
              <a:buSzPts val="1200"/>
              <a:buFont typeface="Roboto Condensed Light"/>
              <a:buAutoNum type="arabicPeriod"/>
              <a:defRPr>
                <a:solidFill>
                  <a:schemeClr val="lt1"/>
                </a:solidFill>
              </a:defRPr>
            </a:lvl7pPr>
            <a:lvl8pPr indent="-304800" lvl="7" marL="3657600" algn="l">
              <a:lnSpc>
                <a:spcPct val="100000"/>
              </a:lnSpc>
              <a:spcBef>
                <a:spcPts val="0"/>
              </a:spcBef>
              <a:spcAft>
                <a:spcPts val="0"/>
              </a:spcAft>
              <a:buClr>
                <a:schemeClr val="lt1"/>
              </a:buClr>
              <a:buSzPts val="1200"/>
              <a:buFont typeface="Roboto Condensed Light"/>
              <a:buAutoNum type="alphaLcPeriod"/>
              <a:defRPr>
                <a:solidFill>
                  <a:schemeClr val="lt1"/>
                </a:solidFill>
              </a:defRPr>
            </a:lvl8pPr>
            <a:lvl9pPr indent="-304800" lvl="8" marL="4114800" algn="l">
              <a:lnSpc>
                <a:spcPct val="100000"/>
              </a:lnSpc>
              <a:spcBef>
                <a:spcPts val="0"/>
              </a:spcBef>
              <a:spcAft>
                <a:spcPts val="0"/>
              </a:spcAft>
              <a:buClr>
                <a:schemeClr val="lt1"/>
              </a:buClr>
              <a:buSzPts val="1200"/>
              <a:buFont typeface="Roboto Condensed Light"/>
              <a:buAutoNum type="romanLcPeriod"/>
              <a:defRPr>
                <a:solidFill>
                  <a:schemeClr val="lt1"/>
                </a:solidFill>
              </a:defRPr>
            </a:lvl9pPr>
          </a:lstStyle>
          <a:p/>
        </p:txBody>
      </p:sp>
      <p:sp>
        <p:nvSpPr>
          <p:cNvPr id="21" name="Google Shape;21;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grpSp>
        <p:nvGrpSpPr>
          <p:cNvPr id="22" name="Google Shape;22;p31"/>
          <p:cNvGrpSpPr/>
          <p:nvPr/>
        </p:nvGrpSpPr>
        <p:grpSpPr>
          <a:xfrm>
            <a:off x="397450" y="-362125"/>
            <a:ext cx="0" cy="5521200"/>
            <a:chOff x="397450" y="-362125"/>
            <a:chExt cx="0" cy="5521200"/>
          </a:xfrm>
        </p:grpSpPr>
        <p:cxnSp>
          <p:nvCxnSpPr>
            <p:cNvPr id="23" name="Google Shape;23;p31"/>
            <p:cNvCxnSpPr/>
            <p:nvPr/>
          </p:nvCxnSpPr>
          <p:spPr>
            <a:xfrm rot="10800000">
              <a:off x="397450" y="537575"/>
              <a:ext cx="0" cy="4621500"/>
            </a:xfrm>
            <a:prstGeom prst="straightConnector1">
              <a:avLst/>
            </a:prstGeom>
            <a:noFill/>
            <a:ln cap="flat" cmpd="sng" w="19050">
              <a:solidFill>
                <a:schemeClr val="accent1"/>
              </a:solidFill>
              <a:prstDash val="solid"/>
              <a:round/>
              <a:headEnd len="sm" w="sm" type="none"/>
              <a:tailEnd len="sm" w="sm" type="none"/>
            </a:ln>
          </p:spPr>
        </p:cxnSp>
        <p:cxnSp>
          <p:nvCxnSpPr>
            <p:cNvPr id="24" name="Google Shape;24;p31"/>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25" name="Shape 25"/>
        <p:cNvGrpSpPr/>
        <p:nvPr/>
      </p:nvGrpSpPr>
      <p:grpSpPr>
        <a:xfrm>
          <a:off x="0" y="0"/>
          <a:ext cx="0" cy="0"/>
          <a:chOff x="0" y="0"/>
          <a:chExt cx="0" cy="0"/>
        </a:xfrm>
      </p:grpSpPr>
      <p:sp>
        <p:nvSpPr>
          <p:cNvPr id="26" name="Google Shape;26;p32"/>
          <p:cNvSpPr/>
          <p:nvPr/>
        </p:nvSpPr>
        <p:spPr>
          <a:xfrm flipH="1">
            <a:off x="550500" y="0"/>
            <a:ext cx="8767800" cy="5143500"/>
          </a:xfrm>
          <a:prstGeom prst="parallelogram">
            <a:avLst>
              <a:gd fmla="val 25000" name="adj"/>
            </a:avLst>
          </a:prstGeom>
          <a:solidFill>
            <a:schemeClr val="accent1"/>
          </a:solidFill>
          <a:ln>
            <a:noFill/>
          </a:ln>
          <a:effectLst>
            <a:outerShdw blurRad="71438" rotWithShape="0" algn="bl" dir="9720000" dist="85725">
              <a:srgbClr val="000000">
                <a:alpha val="2470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2"/>
          <p:cNvSpPr txBox="1"/>
          <p:nvPr>
            <p:ph type="title"/>
          </p:nvPr>
        </p:nvSpPr>
        <p:spPr>
          <a:xfrm>
            <a:off x="1526625" y="1641650"/>
            <a:ext cx="6904200" cy="841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b="1" sz="35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
        <p:nvSpPr>
          <p:cNvPr id="29" name="Google Shape;29;p32"/>
          <p:cNvSpPr txBox="1"/>
          <p:nvPr>
            <p:ph idx="1" type="subTitle"/>
          </p:nvPr>
        </p:nvSpPr>
        <p:spPr>
          <a:xfrm>
            <a:off x="4227450" y="2538500"/>
            <a:ext cx="4203300" cy="3843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100"/>
              <a:buNone/>
              <a:defRPr sz="16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 name="Google Shape;30;p32"/>
          <p:cNvSpPr txBox="1"/>
          <p:nvPr>
            <p:ph idx="2" type="title"/>
          </p:nvPr>
        </p:nvSpPr>
        <p:spPr>
          <a:xfrm>
            <a:off x="6671250" y="598475"/>
            <a:ext cx="1759500" cy="11082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2000"/>
              <a:buNone/>
              <a:defRPr b="1" sz="8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31" name="Shape 31"/>
        <p:cNvGrpSpPr/>
        <p:nvPr/>
      </p:nvGrpSpPr>
      <p:grpSpPr>
        <a:xfrm>
          <a:off x="0" y="0"/>
          <a:ext cx="0" cy="0"/>
          <a:chOff x="0" y="0"/>
          <a:chExt cx="0" cy="0"/>
        </a:xfrm>
      </p:grpSpPr>
      <p:sp>
        <p:nvSpPr>
          <p:cNvPr id="32" name="Google Shape;32;p33"/>
          <p:cNvSpPr/>
          <p:nvPr/>
        </p:nvSpPr>
        <p:spPr>
          <a:xfrm>
            <a:off x="-57675" y="0"/>
            <a:ext cx="4030800" cy="3929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713225" y="680000"/>
            <a:ext cx="2856000" cy="1172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b="1">
                <a:solidFill>
                  <a:schemeClr val="lt1"/>
                </a:solidFill>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4" name="Google Shape;34;p33"/>
          <p:cNvSpPr txBox="1"/>
          <p:nvPr>
            <p:ph idx="1" type="subTitle"/>
          </p:nvPr>
        </p:nvSpPr>
        <p:spPr>
          <a:xfrm>
            <a:off x="713225" y="1852100"/>
            <a:ext cx="2856000" cy="1575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100"/>
              <a:buNone/>
              <a:defRPr sz="14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grpSp>
        <p:nvGrpSpPr>
          <p:cNvPr id="36" name="Google Shape;36;p33"/>
          <p:cNvGrpSpPr/>
          <p:nvPr/>
        </p:nvGrpSpPr>
        <p:grpSpPr>
          <a:xfrm flipH="1">
            <a:off x="-433825" y="4324350"/>
            <a:ext cx="6396725" cy="0"/>
            <a:chOff x="-52825" y="3943350"/>
            <a:chExt cx="6396725" cy="0"/>
          </a:xfrm>
        </p:grpSpPr>
        <p:cxnSp>
          <p:nvCxnSpPr>
            <p:cNvPr id="37" name="Google Shape;37;p33"/>
            <p:cNvCxnSpPr/>
            <p:nvPr/>
          </p:nvCxnSpPr>
          <p:spPr>
            <a:xfrm>
              <a:off x="1940500" y="3943350"/>
              <a:ext cx="4403400" cy="0"/>
            </a:xfrm>
            <a:prstGeom prst="straightConnector1">
              <a:avLst/>
            </a:prstGeom>
            <a:noFill/>
            <a:ln cap="flat" cmpd="sng" w="19050">
              <a:solidFill>
                <a:schemeClr val="dk2"/>
              </a:solidFill>
              <a:prstDash val="solid"/>
              <a:round/>
              <a:headEnd len="sm" w="sm" type="none"/>
              <a:tailEnd len="sm" w="sm" type="none"/>
            </a:ln>
          </p:spPr>
        </p:cxnSp>
        <p:cxnSp>
          <p:nvCxnSpPr>
            <p:cNvPr id="38" name="Google Shape;38;p33"/>
            <p:cNvCxnSpPr/>
            <p:nvPr/>
          </p:nvCxnSpPr>
          <p:spPr>
            <a:xfrm>
              <a:off x="-52825" y="3943350"/>
              <a:ext cx="1968600" cy="0"/>
            </a:xfrm>
            <a:prstGeom prst="straightConnector1">
              <a:avLst/>
            </a:prstGeom>
            <a:noFill/>
            <a:ln cap="flat" cmpd="sng" w="19050">
              <a:solidFill>
                <a:schemeClr val="dk2"/>
              </a:solidFill>
              <a:prstDash val="dot"/>
              <a:round/>
              <a:headEnd len="sm" w="sm" type="none"/>
              <a:tailEnd len="sm" w="sm"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
    <p:spTree>
      <p:nvGrpSpPr>
        <p:cNvPr id="39" name="Shape 39"/>
        <p:cNvGrpSpPr/>
        <p:nvPr/>
      </p:nvGrpSpPr>
      <p:grpSpPr>
        <a:xfrm>
          <a:off x="0" y="0"/>
          <a:ext cx="0" cy="0"/>
          <a:chOff x="0" y="0"/>
          <a:chExt cx="0" cy="0"/>
        </a:xfrm>
      </p:grpSpPr>
      <p:sp>
        <p:nvSpPr>
          <p:cNvPr id="40" name="Google Shape;40;p34"/>
          <p:cNvSpPr txBox="1"/>
          <p:nvPr>
            <p:ph idx="1" type="subTitle"/>
          </p:nvPr>
        </p:nvSpPr>
        <p:spPr>
          <a:xfrm>
            <a:off x="713225" y="2527600"/>
            <a:ext cx="38589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41" name="Google Shape;41;p34"/>
          <p:cNvSpPr txBox="1"/>
          <p:nvPr>
            <p:ph idx="2" type="subTitle"/>
          </p:nvPr>
        </p:nvSpPr>
        <p:spPr>
          <a:xfrm>
            <a:off x="1155136" y="2934275"/>
            <a:ext cx="34170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solidFill>
                  <a:schemeClr val="dk1"/>
                </a:solidFill>
                <a:latin typeface="Raleway"/>
                <a:ea typeface="Raleway"/>
                <a:cs typeface="Raleway"/>
                <a:sym typeface="Raleway"/>
              </a:defRPr>
            </a:lvl1pPr>
            <a:lvl2pPr lvl="1" algn="l">
              <a:lnSpc>
                <a:spcPct val="100000"/>
              </a:lnSpc>
              <a:spcBef>
                <a:spcPts val="0"/>
              </a:spcBef>
              <a:spcAft>
                <a:spcPts val="0"/>
              </a:spcAft>
              <a:buSzPts val="1400"/>
              <a:buNone/>
              <a:defRPr sz="1400">
                <a:solidFill>
                  <a:schemeClr val="dk1"/>
                </a:solidFill>
                <a:latin typeface="Raleway"/>
                <a:ea typeface="Raleway"/>
                <a:cs typeface="Raleway"/>
                <a:sym typeface="Raleway"/>
              </a:defRPr>
            </a:lvl2pPr>
            <a:lvl3pPr lvl="2" algn="l">
              <a:lnSpc>
                <a:spcPct val="100000"/>
              </a:lnSpc>
              <a:spcBef>
                <a:spcPts val="0"/>
              </a:spcBef>
              <a:spcAft>
                <a:spcPts val="0"/>
              </a:spcAft>
              <a:buSzPts val="1400"/>
              <a:buNone/>
              <a:defRPr sz="1400">
                <a:solidFill>
                  <a:schemeClr val="dk1"/>
                </a:solidFill>
                <a:latin typeface="Raleway"/>
                <a:ea typeface="Raleway"/>
                <a:cs typeface="Raleway"/>
                <a:sym typeface="Raleway"/>
              </a:defRPr>
            </a:lvl3pPr>
            <a:lvl4pPr lvl="3" algn="l">
              <a:lnSpc>
                <a:spcPct val="100000"/>
              </a:lnSpc>
              <a:spcBef>
                <a:spcPts val="0"/>
              </a:spcBef>
              <a:spcAft>
                <a:spcPts val="0"/>
              </a:spcAft>
              <a:buSzPts val="1400"/>
              <a:buNone/>
              <a:defRPr sz="1400">
                <a:solidFill>
                  <a:schemeClr val="dk1"/>
                </a:solidFill>
                <a:latin typeface="Raleway"/>
                <a:ea typeface="Raleway"/>
                <a:cs typeface="Raleway"/>
                <a:sym typeface="Raleway"/>
              </a:defRPr>
            </a:lvl4pPr>
            <a:lvl5pPr lvl="4" algn="l">
              <a:lnSpc>
                <a:spcPct val="100000"/>
              </a:lnSpc>
              <a:spcBef>
                <a:spcPts val="0"/>
              </a:spcBef>
              <a:spcAft>
                <a:spcPts val="0"/>
              </a:spcAft>
              <a:buSzPts val="1400"/>
              <a:buNone/>
              <a:defRPr sz="1400">
                <a:solidFill>
                  <a:schemeClr val="dk1"/>
                </a:solidFill>
                <a:latin typeface="Raleway"/>
                <a:ea typeface="Raleway"/>
                <a:cs typeface="Raleway"/>
                <a:sym typeface="Raleway"/>
              </a:defRPr>
            </a:lvl5pPr>
            <a:lvl6pPr lvl="5" algn="l">
              <a:lnSpc>
                <a:spcPct val="100000"/>
              </a:lnSpc>
              <a:spcBef>
                <a:spcPts val="0"/>
              </a:spcBef>
              <a:spcAft>
                <a:spcPts val="0"/>
              </a:spcAft>
              <a:buSzPts val="1400"/>
              <a:buNone/>
              <a:defRPr sz="1400">
                <a:solidFill>
                  <a:schemeClr val="dk1"/>
                </a:solidFill>
                <a:latin typeface="Raleway"/>
                <a:ea typeface="Raleway"/>
                <a:cs typeface="Raleway"/>
                <a:sym typeface="Raleway"/>
              </a:defRPr>
            </a:lvl6pPr>
            <a:lvl7pPr lvl="6" algn="l">
              <a:lnSpc>
                <a:spcPct val="100000"/>
              </a:lnSpc>
              <a:spcBef>
                <a:spcPts val="0"/>
              </a:spcBef>
              <a:spcAft>
                <a:spcPts val="0"/>
              </a:spcAft>
              <a:buSzPts val="1400"/>
              <a:buNone/>
              <a:defRPr sz="1400">
                <a:solidFill>
                  <a:schemeClr val="dk1"/>
                </a:solidFill>
                <a:latin typeface="Raleway"/>
                <a:ea typeface="Raleway"/>
                <a:cs typeface="Raleway"/>
                <a:sym typeface="Raleway"/>
              </a:defRPr>
            </a:lvl7pPr>
            <a:lvl8pPr lvl="7" algn="l">
              <a:lnSpc>
                <a:spcPct val="100000"/>
              </a:lnSpc>
              <a:spcBef>
                <a:spcPts val="0"/>
              </a:spcBef>
              <a:spcAft>
                <a:spcPts val="0"/>
              </a:spcAft>
              <a:buSzPts val="1400"/>
              <a:buNone/>
              <a:defRPr sz="1400">
                <a:solidFill>
                  <a:schemeClr val="dk1"/>
                </a:solidFill>
                <a:latin typeface="Raleway"/>
                <a:ea typeface="Raleway"/>
                <a:cs typeface="Raleway"/>
                <a:sym typeface="Raleway"/>
              </a:defRPr>
            </a:lvl8pPr>
            <a:lvl9pPr lvl="8" algn="l">
              <a:lnSpc>
                <a:spcPct val="100000"/>
              </a:lnSpc>
              <a:spcBef>
                <a:spcPts val="0"/>
              </a:spcBef>
              <a:spcAft>
                <a:spcPts val="0"/>
              </a:spcAft>
              <a:buSzPts val="1400"/>
              <a:buNone/>
              <a:defRPr sz="1400">
                <a:solidFill>
                  <a:schemeClr val="dk1"/>
                </a:solidFill>
                <a:latin typeface="Raleway"/>
                <a:ea typeface="Raleway"/>
                <a:cs typeface="Raleway"/>
                <a:sym typeface="Raleway"/>
              </a:defRPr>
            </a:lvl9pPr>
          </a:lstStyle>
          <a:p/>
        </p:txBody>
      </p:sp>
      <p:sp>
        <p:nvSpPr>
          <p:cNvPr id="42" name="Google Shape;42;p34"/>
          <p:cNvSpPr txBox="1"/>
          <p:nvPr>
            <p:ph idx="3" type="subTitle"/>
          </p:nvPr>
        </p:nvSpPr>
        <p:spPr>
          <a:xfrm>
            <a:off x="713225" y="1412275"/>
            <a:ext cx="38589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43" name="Google Shape;43;p34"/>
          <p:cNvSpPr txBox="1"/>
          <p:nvPr>
            <p:ph idx="4" type="subTitle"/>
          </p:nvPr>
        </p:nvSpPr>
        <p:spPr>
          <a:xfrm>
            <a:off x="1155136" y="4069275"/>
            <a:ext cx="34170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atin typeface="Raleway"/>
                <a:ea typeface="Raleway"/>
                <a:cs typeface="Raleway"/>
                <a:sym typeface="Raleway"/>
              </a:defRPr>
            </a:lvl1pPr>
            <a:lvl2pPr lvl="1" algn="l">
              <a:lnSpc>
                <a:spcPct val="100000"/>
              </a:lnSpc>
              <a:spcBef>
                <a:spcPts val="0"/>
              </a:spcBef>
              <a:spcAft>
                <a:spcPts val="0"/>
              </a:spcAft>
              <a:buSzPts val="1400"/>
              <a:buNone/>
              <a:defRPr sz="1400">
                <a:latin typeface="Raleway"/>
                <a:ea typeface="Raleway"/>
                <a:cs typeface="Raleway"/>
                <a:sym typeface="Raleway"/>
              </a:defRPr>
            </a:lvl2pPr>
            <a:lvl3pPr lvl="2" algn="l">
              <a:lnSpc>
                <a:spcPct val="100000"/>
              </a:lnSpc>
              <a:spcBef>
                <a:spcPts val="0"/>
              </a:spcBef>
              <a:spcAft>
                <a:spcPts val="0"/>
              </a:spcAft>
              <a:buSzPts val="1400"/>
              <a:buNone/>
              <a:defRPr sz="1400">
                <a:latin typeface="Raleway"/>
                <a:ea typeface="Raleway"/>
                <a:cs typeface="Raleway"/>
                <a:sym typeface="Raleway"/>
              </a:defRPr>
            </a:lvl3pPr>
            <a:lvl4pPr lvl="3" algn="l">
              <a:lnSpc>
                <a:spcPct val="100000"/>
              </a:lnSpc>
              <a:spcBef>
                <a:spcPts val="0"/>
              </a:spcBef>
              <a:spcAft>
                <a:spcPts val="0"/>
              </a:spcAft>
              <a:buSzPts val="1400"/>
              <a:buNone/>
              <a:defRPr sz="1400">
                <a:latin typeface="Raleway"/>
                <a:ea typeface="Raleway"/>
                <a:cs typeface="Raleway"/>
                <a:sym typeface="Raleway"/>
              </a:defRPr>
            </a:lvl4pPr>
            <a:lvl5pPr lvl="4" algn="l">
              <a:lnSpc>
                <a:spcPct val="100000"/>
              </a:lnSpc>
              <a:spcBef>
                <a:spcPts val="0"/>
              </a:spcBef>
              <a:spcAft>
                <a:spcPts val="0"/>
              </a:spcAft>
              <a:buSzPts val="1400"/>
              <a:buNone/>
              <a:defRPr sz="1400">
                <a:latin typeface="Raleway"/>
                <a:ea typeface="Raleway"/>
                <a:cs typeface="Raleway"/>
                <a:sym typeface="Raleway"/>
              </a:defRPr>
            </a:lvl5pPr>
            <a:lvl6pPr lvl="5" algn="l">
              <a:lnSpc>
                <a:spcPct val="100000"/>
              </a:lnSpc>
              <a:spcBef>
                <a:spcPts val="0"/>
              </a:spcBef>
              <a:spcAft>
                <a:spcPts val="0"/>
              </a:spcAft>
              <a:buSzPts val="1400"/>
              <a:buNone/>
              <a:defRPr sz="1400">
                <a:latin typeface="Raleway"/>
                <a:ea typeface="Raleway"/>
                <a:cs typeface="Raleway"/>
                <a:sym typeface="Raleway"/>
              </a:defRPr>
            </a:lvl6pPr>
            <a:lvl7pPr lvl="6" algn="l">
              <a:lnSpc>
                <a:spcPct val="100000"/>
              </a:lnSpc>
              <a:spcBef>
                <a:spcPts val="0"/>
              </a:spcBef>
              <a:spcAft>
                <a:spcPts val="0"/>
              </a:spcAft>
              <a:buSzPts val="1400"/>
              <a:buNone/>
              <a:defRPr sz="1400">
                <a:latin typeface="Raleway"/>
                <a:ea typeface="Raleway"/>
                <a:cs typeface="Raleway"/>
                <a:sym typeface="Raleway"/>
              </a:defRPr>
            </a:lvl7pPr>
            <a:lvl8pPr lvl="7" algn="l">
              <a:lnSpc>
                <a:spcPct val="100000"/>
              </a:lnSpc>
              <a:spcBef>
                <a:spcPts val="0"/>
              </a:spcBef>
              <a:spcAft>
                <a:spcPts val="0"/>
              </a:spcAft>
              <a:buSzPts val="1400"/>
              <a:buNone/>
              <a:defRPr sz="1400">
                <a:latin typeface="Raleway"/>
                <a:ea typeface="Raleway"/>
                <a:cs typeface="Raleway"/>
                <a:sym typeface="Raleway"/>
              </a:defRPr>
            </a:lvl8pPr>
            <a:lvl9pPr lvl="8" algn="l">
              <a:lnSpc>
                <a:spcPct val="100000"/>
              </a:lnSpc>
              <a:spcBef>
                <a:spcPts val="0"/>
              </a:spcBef>
              <a:spcAft>
                <a:spcPts val="0"/>
              </a:spcAft>
              <a:buSzPts val="1400"/>
              <a:buNone/>
              <a:defRPr sz="1400">
                <a:latin typeface="Raleway"/>
                <a:ea typeface="Raleway"/>
                <a:cs typeface="Raleway"/>
                <a:sym typeface="Raleway"/>
              </a:defRPr>
            </a:lvl9pPr>
          </a:lstStyle>
          <a:p/>
        </p:txBody>
      </p:sp>
      <p:sp>
        <p:nvSpPr>
          <p:cNvPr id="44" name="Google Shape;44;p34"/>
          <p:cNvSpPr txBox="1"/>
          <p:nvPr>
            <p:ph idx="5" type="subTitle"/>
          </p:nvPr>
        </p:nvSpPr>
        <p:spPr>
          <a:xfrm>
            <a:off x="713225" y="3663275"/>
            <a:ext cx="3858900" cy="47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45" name="Google Shape;45;p34"/>
          <p:cNvSpPr txBox="1"/>
          <p:nvPr>
            <p:ph idx="6" type="subTitle"/>
          </p:nvPr>
        </p:nvSpPr>
        <p:spPr>
          <a:xfrm>
            <a:off x="1154975" y="1815925"/>
            <a:ext cx="34170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solidFill>
                  <a:schemeClr val="dk1"/>
                </a:solidFill>
                <a:latin typeface="Raleway"/>
                <a:ea typeface="Raleway"/>
                <a:cs typeface="Raleway"/>
                <a:sym typeface="Raleway"/>
              </a:defRPr>
            </a:lvl1pPr>
            <a:lvl2pPr lvl="1" algn="l">
              <a:lnSpc>
                <a:spcPct val="100000"/>
              </a:lnSpc>
              <a:spcBef>
                <a:spcPts val="0"/>
              </a:spcBef>
              <a:spcAft>
                <a:spcPts val="0"/>
              </a:spcAft>
              <a:buSzPts val="1400"/>
              <a:buNone/>
              <a:defRPr sz="1400">
                <a:solidFill>
                  <a:schemeClr val="dk1"/>
                </a:solidFill>
                <a:latin typeface="Raleway"/>
                <a:ea typeface="Raleway"/>
                <a:cs typeface="Raleway"/>
                <a:sym typeface="Raleway"/>
              </a:defRPr>
            </a:lvl2pPr>
            <a:lvl3pPr lvl="2" algn="l">
              <a:lnSpc>
                <a:spcPct val="100000"/>
              </a:lnSpc>
              <a:spcBef>
                <a:spcPts val="0"/>
              </a:spcBef>
              <a:spcAft>
                <a:spcPts val="0"/>
              </a:spcAft>
              <a:buSzPts val="1400"/>
              <a:buNone/>
              <a:defRPr sz="1400">
                <a:solidFill>
                  <a:schemeClr val="dk1"/>
                </a:solidFill>
                <a:latin typeface="Raleway"/>
                <a:ea typeface="Raleway"/>
                <a:cs typeface="Raleway"/>
                <a:sym typeface="Raleway"/>
              </a:defRPr>
            </a:lvl3pPr>
            <a:lvl4pPr lvl="3" algn="l">
              <a:lnSpc>
                <a:spcPct val="100000"/>
              </a:lnSpc>
              <a:spcBef>
                <a:spcPts val="0"/>
              </a:spcBef>
              <a:spcAft>
                <a:spcPts val="0"/>
              </a:spcAft>
              <a:buSzPts val="1400"/>
              <a:buNone/>
              <a:defRPr sz="1400">
                <a:solidFill>
                  <a:schemeClr val="dk1"/>
                </a:solidFill>
                <a:latin typeface="Raleway"/>
                <a:ea typeface="Raleway"/>
                <a:cs typeface="Raleway"/>
                <a:sym typeface="Raleway"/>
              </a:defRPr>
            </a:lvl4pPr>
            <a:lvl5pPr lvl="4" algn="l">
              <a:lnSpc>
                <a:spcPct val="100000"/>
              </a:lnSpc>
              <a:spcBef>
                <a:spcPts val="0"/>
              </a:spcBef>
              <a:spcAft>
                <a:spcPts val="0"/>
              </a:spcAft>
              <a:buSzPts val="1400"/>
              <a:buNone/>
              <a:defRPr sz="1400">
                <a:solidFill>
                  <a:schemeClr val="dk1"/>
                </a:solidFill>
                <a:latin typeface="Raleway"/>
                <a:ea typeface="Raleway"/>
                <a:cs typeface="Raleway"/>
                <a:sym typeface="Raleway"/>
              </a:defRPr>
            </a:lvl5pPr>
            <a:lvl6pPr lvl="5" algn="l">
              <a:lnSpc>
                <a:spcPct val="100000"/>
              </a:lnSpc>
              <a:spcBef>
                <a:spcPts val="0"/>
              </a:spcBef>
              <a:spcAft>
                <a:spcPts val="0"/>
              </a:spcAft>
              <a:buSzPts val="1400"/>
              <a:buNone/>
              <a:defRPr sz="1400">
                <a:solidFill>
                  <a:schemeClr val="dk1"/>
                </a:solidFill>
                <a:latin typeface="Raleway"/>
                <a:ea typeface="Raleway"/>
                <a:cs typeface="Raleway"/>
                <a:sym typeface="Raleway"/>
              </a:defRPr>
            </a:lvl6pPr>
            <a:lvl7pPr lvl="6" algn="l">
              <a:lnSpc>
                <a:spcPct val="100000"/>
              </a:lnSpc>
              <a:spcBef>
                <a:spcPts val="0"/>
              </a:spcBef>
              <a:spcAft>
                <a:spcPts val="0"/>
              </a:spcAft>
              <a:buSzPts val="1400"/>
              <a:buNone/>
              <a:defRPr sz="1400">
                <a:solidFill>
                  <a:schemeClr val="dk1"/>
                </a:solidFill>
                <a:latin typeface="Raleway"/>
                <a:ea typeface="Raleway"/>
                <a:cs typeface="Raleway"/>
                <a:sym typeface="Raleway"/>
              </a:defRPr>
            </a:lvl7pPr>
            <a:lvl8pPr lvl="7" algn="l">
              <a:lnSpc>
                <a:spcPct val="100000"/>
              </a:lnSpc>
              <a:spcBef>
                <a:spcPts val="0"/>
              </a:spcBef>
              <a:spcAft>
                <a:spcPts val="0"/>
              </a:spcAft>
              <a:buSzPts val="1400"/>
              <a:buNone/>
              <a:defRPr sz="1400">
                <a:solidFill>
                  <a:schemeClr val="dk1"/>
                </a:solidFill>
                <a:latin typeface="Raleway"/>
                <a:ea typeface="Raleway"/>
                <a:cs typeface="Raleway"/>
                <a:sym typeface="Raleway"/>
              </a:defRPr>
            </a:lvl8pPr>
            <a:lvl9pPr lvl="8" algn="l">
              <a:lnSpc>
                <a:spcPct val="100000"/>
              </a:lnSpc>
              <a:spcBef>
                <a:spcPts val="0"/>
              </a:spcBef>
              <a:spcAft>
                <a:spcPts val="0"/>
              </a:spcAft>
              <a:buSzPts val="1400"/>
              <a:buNone/>
              <a:defRPr sz="1400">
                <a:solidFill>
                  <a:schemeClr val="dk1"/>
                </a:solidFill>
                <a:latin typeface="Raleway"/>
                <a:ea typeface="Raleway"/>
                <a:cs typeface="Raleway"/>
                <a:sym typeface="Raleway"/>
              </a:defRPr>
            </a:lvl9pPr>
          </a:lstStyle>
          <a:p/>
        </p:txBody>
      </p:sp>
      <p:sp>
        <p:nvSpPr>
          <p:cNvPr id="46" name="Google Shape;46;p34"/>
          <p:cNvSpPr txBox="1"/>
          <p:nvPr>
            <p:ph type="title"/>
          </p:nvPr>
        </p:nvSpPr>
        <p:spPr>
          <a:xfrm>
            <a:off x="713100" y="539500"/>
            <a:ext cx="3858900" cy="555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solidFill>
                  <a:schemeClr val="accent2"/>
                </a:solidFill>
                <a:latin typeface="Montserrat"/>
                <a:ea typeface="Montserrat"/>
                <a:cs typeface="Montserrat"/>
                <a:sym typeface="Montserrat"/>
              </a:defRPr>
            </a:lvl1pPr>
            <a:lvl2pPr lvl="1"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2pPr>
            <a:lvl3pPr lvl="2"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3pPr>
            <a:lvl4pPr lvl="3"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4pPr>
            <a:lvl5pPr lvl="4"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5pPr>
            <a:lvl6pPr lvl="5"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6pPr>
            <a:lvl7pPr lvl="6"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7pPr>
            <a:lvl8pPr lvl="7"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8pPr>
            <a:lvl9pPr lvl="8"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47" name="Shape 47"/>
        <p:cNvGrpSpPr/>
        <p:nvPr/>
      </p:nvGrpSpPr>
      <p:grpSpPr>
        <a:xfrm>
          <a:off x="0" y="0"/>
          <a:ext cx="0" cy="0"/>
          <a:chOff x="0" y="0"/>
          <a:chExt cx="0" cy="0"/>
        </a:xfrm>
      </p:grpSpPr>
      <p:sp>
        <p:nvSpPr>
          <p:cNvPr id="48" name="Google Shape;48;p35"/>
          <p:cNvSpPr txBox="1"/>
          <p:nvPr>
            <p:ph type="title"/>
          </p:nvPr>
        </p:nvSpPr>
        <p:spPr>
          <a:xfrm>
            <a:off x="713225" y="1800950"/>
            <a:ext cx="30582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solidFill>
                  <a:schemeClr val="accent2"/>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49" name="Google Shape;49;p35"/>
          <p:cNvGrpSpPr/>
          <p:nvPr/>
        </p:nvGrpSpPr>
        <p:grpSpPr>
          <a:xfrm>
            <a:off x="390250" y="1925450"/>
            <a:ext cx="0" cy="3279650"/>
            <a:chOff x="397450" y="-362125"/>
            <a:chExt cx="0" cy="3279650"/>
          </a:xfrm>
        </p:grpSpPr>
        <p:cxnSp>
          <p:nvCxnSpPr>
            <p:cNvPr id="50" name="Google Shape;50;p35"/>
            <p:cNvCxnSpPr/>
            <p:nvPr/>
          </p:nvCxnSpPr>
          <p:spPr>
            <a:xfrm rot="10800000">
              <a:off x="397450" y="537625"/>
              <a:ext cx="0" cy="2379900"/>
            </a:xfrm>
            <a:prstGeom prst="straightConnector1">
              <a:avLst/>
            </a:prstGeom>
            <a:noFill/>
            <a:ln cap="flat" cmpd="sng" w="19050">
              <a:solidFill>
                <a:schemeClr val="accent1"/>
              </a:solidFill>
              <a:prstDash val="solid"/>
              <a:round/>
              <a:headEnd len="sm" w="sm" type="none"/>
              <a:tailEnd len="sm" w="sm" type="none"/>
            </a:ln>
          </p:spPr>
        </p:cxnSp>
        <p:cxnSp>
          <p:nvCxnSpPr>
            <p:cNvPr id="51" name="Google Shape;51;p35"/>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_1">
    <p:spTree>
      <p:nvGrpSpPr>
        <p:cNvPr id="52" name="Shape 52"/>
        <p:cNvGrpSpPr/>
        <p:nvPr/>
      </p:nvGrpSpPr>
      <p:grpSpPr>
        <a:xfrm>
          <a:off x="0" y="0"/>
          <a:ext cx="0" cy="0"/>
          <a:chOff x="0" y="0"/>
          <a:chExt cx="0" cy="0"/>
        </a:xfrm>
      </p:grpSpPr>
      <p:sp>
        <p:nvSpPr>
          <p:cNvPr id="53" name="Google Shape;53;p36"/>
          <p:cNvSpPr/>
          <p:nvPr/>
        </p:nvSpPr>
        <p:spPr>
          <a:xfrm>
            <a:off x="4566000" y="-30800"/>
            <a:ext cx="4658400" cy="5225400"/>
          </a:xfrm>
          <a:prstGeom prst="rect">
            <a:avLst/>
          </a:prstGeom>
          <a:solidFill>
            <a:schemeClr val="accent1"/>
          </a:solidFill>
          <a:ln>
            <a:noFill/>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6"/>
          <p:cNvSpPr txBox="1"/>
          <p:nvPr>
            <p:ph type="title"/>
          </p:nvPr>
        </p:nvSpPr>
        <p:spPr>
          <a:xfrm>
            <a:off x="713100" y="539500"/>
            <a:ext cx="3852900" cy="555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solidFill>
                  <a:schemeClr val="accent2"/>
                </a:solidFill>
                <a:latin typeface="Montserrat"/>
                <a:ea typeface="Montserrat"/>
                <a:cs typeface="Montserrat"/>
                <a:sym typeface="Montserrat"/>
              </a:defRPr>
            </a:lvl1pPr>
            <a:lvl2pPr lvl="1"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2pPr>
            <a:lvl3pPr lvl="2"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3pPr>
            <a:lvl4pPr lvl="3"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4pPr>
            <a:lvl5pPr lvl="4"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5pPr>
            <a:lvl6pPr lvl="5"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6pPr>
            <a:lvl7pPr lvl="6"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7pPr>
            <a:lvl8pPr lvl="7"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8pPr>
            <a:lvl9pPr lvl="8" algn="l">
              <a:lnSpc>
                <a:spcPct val="100000"/>
              </a:lnSpc>
              <a:spcBef>
                <a:spcPts val="0"/>
              </a:spcBef>
              <a:spcAft>
                <a:spcPts val="0"/>
              </a:spcAft>
              <a:buSzPts val="2800"/>
              <a:buNone/>
              <a:defRPr b="1">
                <a:solidFill>
                  <a:schemeClr val="accent2"/>
                </a:solidFill>
                <a:latin typeface="Montserrat"/>
                <a:ea typeface="Montserrat"/>
                <a:cs typeface="Montserrat"/>
                <a:sym typeface="Montserrat"/>
              </a:defRPr>
            </a:lvl9pPr>
          </a:lstStyle>
          <a:p/>
        </p:txBody>
      </p:sp>
      <p:sp>
        <p:nvSpPr>
          <p:cNvPr id="55" name="Google Shape;55;p36"/>
          <p:cNvSpPr txBox="1"/>
          <p:nvPr>
            <p:ph idx="1" type="subTitle"/>
          </p:nvPr>
        </p:nvSpPr>
        <p:spPr>
          <a:xfrm>
            <a:off x="1720550" y="3316225"/>
            <a:ext cx="25584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latin typeface="Montserrat SemiBold"/>
                <a:ea typeface="Montserrat SemiBold"/>
                <a:cs typeface="Montserrat SemiBold"/>
                <a:sym typeface="Montserrat SemiBold"/>
              </a:defRPr>
            </a:lvl9pPr>
          </a:lstStyle>
          <a:p/>
        </p:txBody>
      </p:sp>
      <p:sp>
        <p:nvSpPr>
          <p:cNvPr id="56" name="Google Shape;56;p36"/>
          <p:cNvSpPr txBox="1"/>
          <p:nvPr>
            <p:ph idx="2" type="subTitle"/>
          </p:nvPr>
        </p:nvSpPr>
        <p:spPr>
          <a:xfrm>
            <a:off x="1720550" y="3850100"/>
            <a:ext cx="25584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57" name="Google Shape;57;p36"/>
          <p:cNvSpPr txBox="1"/>
          <p:nvPr>
            <p:ph idx="3" type="subTitle"/>
          </p:nvPr>
        </p:nvSpPr>
        <p:spPr>
          <a:xfrm>
            <a:off x="5602039" y="1753225"/>
            <a:ext cx="25584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9pPr>
          </a:lstStyle>
          <a:p/>
        </p:txBody>
      </p:sp>
      <p:sp>
        <p:nvSpPr>
          <p:cNvPr id="58" name="Google Shape;58;p36"/>
          <p:cNvSpPr txBox="1"/>
          <p:nvPr>
            <p:ph idx="4" type="subTitle"/>
          </p:nvPr>
        </p:nvSpPr>
        <p:spPr>
          <a:xfrm>
            <a:off x="5602059" y="3850100"/>
            <a:ext cx="25584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solidFill>
                  <a:schemeClr val="lt1"/>
                </a:solidFill>
              </a:defRPr>
            </a:lvl1pPr>
            <a:lvl2pPr lvl="1" algn="l">
              <a:lnSpc>
                <a:spcPct val="100000"/>
              </a:lnSpc>
              <a:spcBef>
                <a:spcPts val="0"/>
              </a:spcBef>
              <a:spcAft>
                <a:spcPts val="0"/>
              </a:spcAft>
              <a:buSzPts val="1400"/>
              <a:buNone/>
              <a:defRPr sz="1400">
                <a:solidFill>
                  <a:schemeClr val="lt1"/>
                </a:solidFill>
              </a:defRPr>
            </a:lvl2pPr>
            <a:lvl3pPr lvl="2" algn="l">
              <a:lnSpc>
                <a:spcPct val="100000"/>
              </a:lnSpc>
              <a:spcBef>
                <a:spcPts val="0"/>
              </a:spcBef>
              <a:spcAft>
                <a:spcPts val="0"/>
              </a:spcAft>
              <a:buSzPts val="1400"/>
              <a:buNone/>
              <a:defRPr sz="1400">
                <a:solidFill>
                  <a:schemeClr val="lt1"/>
                </a:solidFill>
              </a:defRPr>
            </a:lvl3pPr>
            <a:lvl4pPr lvl="3" algn="l">
              <a:lnSpc>
                <a:spcPct val="100000"/>
              </a:lnSpc>
              <a:spcBef>
                <a:spcPts val="0"/>
              </a:spcBef>
              <a:spcAft>
                <a:spcPts val="0"/>
              </a:spcAft>
              <a:buSzPts val="1400"/>
              <a:buNone/>
              <a:defRPr sz="1400">
                <a:solidFill>
                  <a:schemeClr val="lt1"/>
                </a:solidFill>
              </a:defRPr>
            </a:lvl4pPr>
            <a:lvl5pPr lvl="4" algn="l">
              <a:lnSpc>
                <a:spcPct val="100000"/>
              </a:lnSpc>
              <a:spcBef>
                <a:spcPts val="0"/>
              </a:spcBef>
              <a:spcAft>
                <a:spcPts val="0"/>
              </a:spcAft>
              <a:buSzPts val="1400"/>
              <a:buNone/>
              <a:defRPr sz="1400">
                <a:solidFill>
                  <a:schemeClr val="lt1"/>
                </a:solidFill>
              </a:defRPr>
            </a:lvl5pPr>
            <a:lvl6pPr lvl="5" algn="l">
              <a:lnSpc>
                <a:spcPct val="100000"/>
              </a:lnSpc>
              <a:spcBef>
                <a:spcPts val="0"/>
              </a:spcBef>
              <a:spcAft>
                <a:spcPts val="0"/>
              </a:spcAft>
              <a:buSzPts val="1400"/>
              <a:buNone/>
              <a:defRPr sz="1400">
                <a:solidFill>
                  <a:schemeClr val="lt1"/>
                </a:solidFill>
              </a:defRPr>
            </a:lvl6pPr>
            <a:lvl7pPr lvl="6" algn="l">
              <a:lnSpc>
                <a:spcPct val="100000"/>
              </a:lnSpc>
              <a:spcBef>
                <a:spcPts val="0"/>
              </a:spcBef>
              <a:spcAft>
                <a:spcPts val="0"/>
              </a:spcAft>
              <a:buSzPts val="1400"/>
              <a:buNone/>
              <a:defRPr sz="1400">
                <a:solidFill>
                  <a:schemeClr val="lt1"/>
                </a:solidFill>
              </a:defRPr>
            </a:lvl7pPr>
            <a:lvl8pPr lvl="7" algn="l">
              <a:lnSpc>
                <a:spcPct val="100000"/>
              </a:lnSpc>
              <a:spcBef>
                <a:spcPts val="0"/>
              </a:spcBef>
              <a:spcAft>
                <a:spcPts val="0"/>
              </a:spcAft>
              <a:buSzPts val="1400"/>
              <a:buNone/>
              <a:defRPr sz="1400">
                <a:solidFill>
                  <a:schemeClr val="lt1"/>
                </a:solidFill>
              </a:defRPr>
            </a:lvl8pPr>
            <a:lvl9pPr lvl="8" algn="l">
              <a:lnSpc>
                <a:spcPct val="100000"/>
              </a:lnSpc>
              <a:spcBef>
                <a:spcPts val="0"/>
              </a:spcBef>
              <a:spcAft>
                <a:spcPts val="0"/>
              </a:spcAft>
              <a:buSzPts val="1400"/>
              <a:buNone/>
              <a:defRPr sz="1400">
                <a:solidFill>
                  <a:schemeClr val="lt1"/>
                </a:solidFill>
              </a:defRPr>
            </a:lvl9pPr>
          </a:lstStyle>
          <a:p/>
        </p:txBody>
      </p:sp>
      <p:sp>
        <p:nvSpPr>
          <p:cNvPr id="59" name="Google Shape;59;p36"/>
          <p:cNvSpPr txBox="1"/>
          <p:nvPr>
            <p:ph idx="5" type="subTitle"/>
          </p:nvPr>
        </p:nvSpPr>
        <p:spPr>
          <a:xfrm>
            <a:off x="5602059" y="3316225"/>
            <a:ext cx="25584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9pPr>
          </a:lstStyle>
          <a:p/>
        </p:txBody>
      </p:sp>
      <p:sp>
        <p:nvSpPr>
          <p:cNvPr id="60" name="Google Shape;60;p36"/>
          <p:cNvSpPr txBox="1"/>
          <p:nvPr>
            <p:ph idx="6" type="subTitle"/>
          </p:nvPr>
        </p:nvSpPr>
        <p:spPr>
          <a:xfrm>
            <a:off x="5602039" y="2287100"/>
            <a:ext cx="25584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solidFill>
                  <a:schemeClr val="lt1"/>
                </a:solidFill>
              </a:defRPr>
            </a:lvl1pPr>
            <a:lvl2pPr lvl="1" algn="l">
              <a:lnSpc>
                <a:spcPct val="100000"/>
              </a:lnSpc>
              <a:spcBef>
                <a:spcPts val="0"/>
              </a:spcBef>
              <a:spcAft>
                <a:spcPts val="0"/>
              </a:spcAft>
              <a:buSzPts val="1400"/>
              <a:buNone/>
              <a:defRPr sz="1400">
                <a:solidFill>
                  <a:schemeClr val="lt1"/>
                </a:solidFill>
              </a:defRPr>
            </a:lvl2pPr>
            <a:lvl3pPr lvl="2" algn="l">
              <a:lnSpc>
                <a:spcPct val="100000"/>
              </a:lnSpc>
              <a:spcBef>
                <a:spcPts val="0"/>
              </a:spcBef>
              <a:spcAft>
                <a:spcPts val="0"/>
              </a:spcAft>
              <a:buSzPts val="1400"/>
              <a:buNone/>
              <a:defRPr sz="1400">
                <a:solidFill>
                  <a:schemeClr val="lt1"/>
                </a:solidFill>
              </a:defRPr>
            </a:lvl3pPr>
            <a:lvl4pPr lvl="3" algn="l">
              <a:lnSpc>
                <a:spcPct val="100000"/>
              </a:lnSpc>
              <a:spcBef>
                <a:spcPts val="0"/>
              </a:spcBef>
              <a:spcAft>
                <a:spcPts val="0"/>
              </a:spcAft>
              <a:buSzPts val="1400"/>
              <a:buNone/>
              <a:defRPr sz="1400">
                <a:solidFill>
                  <a:schemeClr val="lt1"/>
                </a:solidFill>
              </a:defRPr>
            </a:lvl4pPr>
            <a:lvl5pPr lvl="4" algn="l">
              <a:lnSpc>
                <a:spcPct val="100000"/>
              </a:lnSpc>
              <a:spcBef>
                <a:spcPts val="0"/>
              </a:spcBef>
              <a:spcAft>
                <a:spcPts val="0"/>
              </a:spcAft>
              <a:buSzPts val="1400"/>
              <a:buNone/>
              <a:defRPr sz="1400">
                <a:solidFill>
                  <a:schemeClr val="lt1"/>
                </a:solidFill>
              </a:defRPr>
            </a:lvl5pPr>
            <a:lvl6pPr lvl="5" algn="l">
              <a:lnSpc>
                <a:spcPct val="100000"/>
              </a:lnSpc>
              <a:spcBef>
                <a:spcPts val="0"/>
              </a:spcBef>
              <a:spcAft>
                <a:spcPts val="0"/>
              </a:spcAft>
              <a:buSzPts val="1400"/>
              <a:buNone/>
              <a:defRPr sz="1400">
                <a:solidFill>
                  <a:schemeClr val="lt1"/>
                </a:solidFill>
              </a:defRPr>
            </a:lvl6pPr>
            <a:lvl7pPr lvl="6" algn="l">
              <a:lnSpc>
                <a:spcPct val="100000"/>
              </a:lnSpc>
              <a:spcBef>
                <a:spcPts val="0"/>
              </a:spcBef>
              <a:spcAft>
                <a:spcPts val="0"/>
              </a:spcAft>
              <a:buSzPts val="1400"/>
              <a:buNone/>
              <a:defRPr sz="1400">
                <a:solidFill>
                  <a:schemeClr val="lt1"/>
                </a:solidFill>
              </a:defRPr>
            </a:lvl7pPr>
            <a:lvl8pPr lvl="7" algn="l">
              <a:lnSpc>
                <a:spcPct val="100000"/>
              </a:lnSpc>
              <a:spcBef>
                <a:spcPts val="0"/>
              </a:spcBef>
              <a:spcAft>
                <a:spcPts val="0"/>
              </a:spcAft>
              <a:buSzPts val="1400"/>
              <a:buNone/>
              <a:defRPr sz="1400">
                <a:solidFill>
                  <a:schemeClr val="lt1"/>
                </a:solidFill>
              </a:defRPr>
            </a:lvl8pPr>
            <a:lvl9pPr lvl="8" algn="l">
              <a:lnSpc>
                <a:spcPct val="100000"/>
              </a:lnSpc>
              <a:spcBef>
                <a:spcPts val="0"/>
              </a:spcBef>
              <a:spcAft>
                <a:spcPts val="0"/>
              </a:spcAft>
              <a:buSzPts val="1400"/>
              <a:buNone/>
              <a:defRPr sz="1400">
                <a:solidFill>
                  <a:schemeClr val="lt1"/>
                </a:solidFill>
              </a:defRPr>
            </a:lvl9pPr>
          </a:lstStyle>
          <a:p/>
        </p:txBody>
      </p:sp>
      <p:sp>
        <p:nvSpPr>
          <p:cNvPr id="61" name="Google Shape;61;p36"/>
          <p:cNvSpPr txBox="1"/>
          <p:nvPr>
            <p:ph idx="7" type="subTitle"/>
          </p:nvPr>
        </p:nvSpPr>
        <p:spPr>
          <a:xfrm>
            <a:off x="1720550" y="1753225"/>
            <a:ext cx="25584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latin typeface="Montserrat SemiBold"/>
                <a:ea typeface="Montserrat SemiBold"/>
                <a:cs typeface="Montserrat SemiBold"/>
                <a:sym typeface="Montserrat SemiBold"/>
              </a:defRPr>
            </a:lvl9pPr>
          </a:lstStyle>
          <a:p/>
        </p:txBody>
      </p:sp>
      <p:sp>
        <p:nvSpPr>
          <p:cNvPr id="62" name="Google Shape;62;p36"/>
          <p:cNvSpPr txBox="1"/>
          <p:nvPr>
            <p:ph idx="8" type="subTitle"/>
          </p:nvPr>
        </p:nvSpPr>
        <p:spPr>
          <a:xfrm>
            <a:off x="1720550" y="2287100"/>
            <a:ext cx="25584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63" name="Google Shape;63;p36"/>
          <p:cNvSpPr txBox="1"/>
          <p:nvPr>
            <p:ph idx="9" type="title"/>
          </p:nvPr>
        </p:nvSpPr>
        <p:spPr>
          <a:xfrm>
            <a:off x="833450" y="1632375"/>
            <a:ext cx="887100" cy="59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35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4" name="Google Shape;64;p36"/>
          <p:cNvSpPr txBox="1"/>
          <p:nvPr>
            <p:ph idx="13" type="title"/>
          </p:nvPr>
        </p:nvSpPr>
        <p:spPr>
          <a:xfrm>
            <a:off x="833450" y="3198625"/>
            <a:ext cx="887100" cy="59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sz="3500">
                <a:solidFill>
                  <a:schemeClr val="accent1"/>
                </a:solidFill>
                <a:latin typeface="Montserrat"/>
                <a:ea typeface="Montserrat"/>
                <a:cs typeface="Montserrat"/>
                <a:sym typeface="Montserrat"/>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5" name="Google Shape;65;p36"/>
          <p:cNvSpPr txBox="1"/>
          <p:nvPr>
            <p:ph idx="14" type="title"/>
          </p:nvPr>
        </p:nvSpPr>
        <p:spPr>
          <a:xfrm>
            <a:off x="4714950" y="3198625"/>
            <a:ext cx="887100" cy="59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a:solidFill>
                  <a:schemeClr val="lt1"/>
                </a:solidFill>
                <a:latin typeface="Montserrat"/>
                <a:ea typeface="Montserrat"/>
                <a:cs typeface="Montserrat"/>
                <a:sym typeface="Montserrat"/>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6" name="Google Shape;66;p36"/>
          <p:cNvSpPr txBox="1"/>
          <p:nvPr>
            <p:ph idx="15" type="title"/>
          </p:nvPr>
        </p:nvSpPr>
        <p:spPr>
          <a:xfrm>
            <a:off x="4714950" y="1633975"/>
            <a:ext cx="887100" cy="593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1">
                <a:solidFill>
                  <a:schemeClr val="lt1"/>
                </a:solidFill>
                <a:latin typeface="Montserrat"/>
                <a:ea typeface="Montserrat"/>
                <a:cs typeface="Montserrat"/>
                <a:sym typeface="Montserrat"/>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grpSp>
        <p:nvGrpSpPr>
          <p:cNvPr id="67" name="Google Shape;67;p36"/>
          <p:cNvGrpSpPr/>
          <p:nvPr/>
        </p:nvGrpSpPr>
        <p:grpSpPr>
          <a:xfrm>
            <a:off x="4748175" y="289625"/>
            <a:ext cx="6396725" cy="0"/>
            <a:chOff x="-52825" y="3943350"/>
            <a:chExt cx="6396725" cy="0"/>
          </a:xfrm>
        </p:grpSpPr>
        <p:cxnSp>
          <p:nvCxnSpPr>
            <p:cNvPr id="68" name="Google Shape;68;p36"/>
            <p:cNvCxnSpPr/>
            <p:nvPr/>
          </p:nvCxnSpPr>
          <p:spPr>
            <a:xfrm>
              <a:off x="1940500" y="3943350"/>
              <a:ext cx="4403400" cy="0"/>
            </a:xfrm>
            <a:prstGeom prst="straightConnector1">
              <a:avLst/>
            </a:prstGeom>
            <a:noFill/>
            <a:ln cap="flat" cmpd="sng" w="19050">
              <a:solidFill>
                <a:schemeClr val="dk2"/>
              </a:solidFill>
              <a:prstDash val="solid"/>
              <a:round/>
              <a:headEnd len="sm" w="sm" type="none"/>
              <a:tailEnd len="sm" w="sm" type="none"/>
            </a:ln>
          </p:spPr>
        </p:cxnSp>
        <p:cxnSp>
          <p:nvCxnSpPr>
            <p:cNvPr id="69" name="Google Shape;69;p36"/>
            <p:cNvCxnSpPr/>
            <p:nvPr/>
          </p:nvCxnSpPr>
          <p:spPr>
            <a:xfrm>
              <a:off x="-52825" y="3943350"/>
              <a:ext cx="1968600" cy="0"/>
            </a:xfrm>
            <a:prstGeom prst="straightConnector1">
              <a:avLst/>
            </a:prstGeom>
            <a:noFill/>
            <a:ln cap="flat" cmpd="sng" w="19050">
              <a:solidFill>
                <a:schemeClr val="dk2"/>
              </a:solidFill>
              <a:prstDash val="dot"/>
              <a:round/>
              <a:headEnd len="sm" w="sm" type="none"/>
              <a:tailEnd len="sm" w="sm"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MAIN_POINT_1">
    <p:bg>
      <p:bgPr>
        <a:solidFill>
          <a:schemeClr val="dk1"/>
        </a:solidFill>
      </p:bgPr>
    </p:bg>
    <p:spTree>
      <p:nvGrpSpPr>
        <p:cNvPr id="70" name="Shape 70"/>
        <p:cNvGrpSpPr/>
        <p:nvPr/>
      </p:nvGrpSpPr>
      <p:grpSpPr>
        <a:xfrm>
          <a:off x="0" y="0"/>
          <a:ext cx="0" cy="0"/>
          <a:chOff x="0" y="0"/>
          <a:chExt cx="0" cy="0"/>
        </a:xfrm>
      </p:grpSpPr>
      <p:sp>
        <p:nvSpPr>
          <p:cNvPr id="71" name="Google Shape;71;p37"/>
          <p:cNvSpPr/>
          <p:nvPr/>
        </p:nvSpPr>
        <p:spPr>
          <a:xfrm flipH="1">
            <a:off x="1631825" y="-22025"/>
            <a:ext cx="7587300" cy="5217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7"/>
          <p:cNvSpPr/>
          <p:nvPr/>
        </p:nvSpPr>
        <p:spPr>
          <a:xfrm flipH="1">
            <a:off x="317400" y="0"/>
            <a:ext cx="8509200" cy="5143500"/>
          </a:xfrm>
          <a:prstGeom prst="parallelogram">
            <a:avLst>
              <a:gd fmla="val 25000" name="adj"/>
            </a:avLst>
          </a:prstGeom>
          <a:solidFill>
            <a:schemeClr val="accent1"/>
          </a:solidFill>
          <a:ln>
            <a:noFill/>
          </a:ln>
          <a:effectLst>
            <a:outerShdw blurRad="85725" rotWithShape="0" algn="bl" dir="3780000" dist="57150">
              <a:srgbClr val="000000">
                <a:alpha val="5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7"/>
          <p:cNvSpPr txBox="1"/>
          <p:nvPr>
            <p:ph type="title"/>
          </p:nvPr>
        </p:nvSpPr>
        <p:spPr>
          <a:xfrm>
            <a:off x="1458150" y="1665625"/>
            <a:ext cx="6227700" cy="12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Font typeface="Archivo"/>
              <a:buNone/>
              <a:defRPr b="0" sz="2200">
                <a:solidFill>
                  <a:schemeClr val="dk2"/>
                </a:solidFill>
                <a:latin typeface="Raleway"/>
                <a:ea typeface="Raleway"/>
                <a:cs typeface="Raleway"/>
                <a:sym typeface="Raleway"/>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4" name="Google Shape;74;p37"/>
          <p:cNvSpPr txBox="1"/>
          <p:nvPr>
            <p:ph idx="1" type="subTitle"/>
          </p:nvPr>
        </p:nvSpPr>
        <p:spPr>
          <a:xfrm>
            <a:off x="1458150" y="3093950"/>
            <a:ext cx="6227700" cy="48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Font typeface="Montserrat"/>
              <a:buNone/>
              <a:defRPr b="1" sz="2000">
                <a:solidFill>
                  <a:schemeClr val="dk1"/>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75" name="Google Shape;75;p37"/>
          <p:cNvCxnSpPr/>
          <p:nvPr/>
        </p:nvCxnSpPr>
        <p:spPr>
          <a:xfrm rot="10800000">
            <a:off x="1309950" y="3973800"/>
            <a:ext cx="7230900" cy="0"/>
          </a:xfrm>
          <a:prstGeom prst="straightConnector1">
            <a:avLst/>
          </a:prstGeom>
          <a:noFill/>
          <a:ln cap="flat" cmpd="sng" w="19050">
            <a:solidFill>
              <a:schemeClr val="dk2"/>
            </a:solidFill>
            <a:prstDash val="solid"/>
            <a:round/>
            <a:headEnd len="sm" w="sm" type="none"/>
            <a:tailEnd len="sm" w="sm" type="none"/>
          </a:ln>
        </p:spPr>
      </p:cxnSp>
      <p:cxnSp>
        <p:nvCxnSpPr>
          <p:cNvPr id="76" name="Google Shape;76;p37"/>
          <p:cNvCxnSpPr/>
          <p:nvPr/>
        </p:nvCxnSpPr>
        <p:spPr>
          <a:xfrm rot="10800000">
            <a:off x="8575125" y="3973804"/>
            <a:ext cx="850500" cy="0"/>
          </a:xfrm>
          <a:prstGeom prst="straightConnector1">
            <a:avLst/>
          </a:prstGeom>
          <a:noFill/>
          <a:ln cap="flat" cmpd="sng" w="19050">
            <a:solidFill>
              <a:schemeClr val="dk2"/>
            </a:solidFill>
            <a:prstDash val="dot"/>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7" name="Shape 77"/>
        <p:cNvGrpSpPr/>
        <p:nvPr/>
      </p:nvGrpSpPr>
      <p:grpSpPr>
        <a:xfrm>
          <a:off x="0" y="0"/>
          <a:ext cx="0" cy="0"/>
          <a:chOff x="0" y="0"/>
          <a:chExt cx="0" cy="0"/>
        </a:xfrm>
      </p:grpSpPr>
      <p:sp>
        <p:nvSpPr>
          <p:cNvPr id="78" name="Google Shape;78;p38"/>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9" name="Google Shape;79;p38"/>
          <p:cNvSpPr txBox="1"/>
          <p:nvPr>
            <p:ph idx="1" type="body"/>
          </p:nvPr>
        </p:nvSpPr>
        <p:spPr>
          <a:xfrm>
            <a:off x="1139750" y="1574600"/>
            <a:ext cx="3171900" cy="639000"/>
          </a:xfrm>
          <a:prstGeom prst="rect">
            <a:avLst/>
          </a:prstGeom>
          <a:noFill/>
          <a:ln>
            <a:noFill/>
          </a:ln>
        </p:spPr>
        <p:txBody>
          <a:bodyPr anchorCtr="0" anchor="ctr"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0" name="Google Shape;80;p38"/>
          <p:cNvSpPr txBox="1"/>
          <p:nvPr>
            <p:ph idx="2" type="body"/>
          </p:nvPr>
        </p:nvSpPr>
        <p:spPr>
          <a:xfrm>
            <a:off x="5259000" y="1574600"/>
            <a:ext cx="3171900" cy="639000"/>
          </a:xfrm>
          <a:prstGeom prst="rect">
            <a:avLst/>
          </a:prstGeom>
          <a:noFill/>
          <a:ln>
            <a:noFill/>
          </a:ln>
        </p:spPr>
        <p:txBody>
          <a:bodyPr anchorCtr="0" anchor="ctr"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1" name="Google Shape;81;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
        <p:nvSpPr>
          <p:cNvPr id="82" name="Google Shape;82;p38"/>
          <p:cNvSpPr txBox="1"/>
          <p:nvPr>
            <p:ph idx="3" type="subTitle"/>
          </p:nvPr>
        </p:nvSpPr>
        <p:spPr>
          <a:xfrm>
            <a:off x="4832400" y="1253950"/>
            <a:ext cx="35985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latin typeface="Montserrat SemiBold"/>
                <a:ea typeface="Montserrat SemiBold"/>
                <a:cs typeface="Montserrat SemiBold"/>
                <a:sym typeface="Montserrat SemiBold"/>
              </a:defRPr>
            </a:lvl9pPr>
          </a:lstStyle>
          <a:p/>
        </p:txBody>
      </p:sp>
      <p:sp>
        <p:nvSpPr>
          <p:cNvPr id="83" name="Google Shape;83;p38"/>
          <p:cNvSpPr txBox="1"/>
          <p:nvPr>
            <p:ph idx="4" type="subTitle"/>
          </p:nvPr>
        </p:nvSpPr>
        <p:spPr>
          <a:xfrm>
            <a:off x="713175" y="1253950"/>
            <a:ext cx="3598500" cy="47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latin typeface="Montserrat SemiBold"/>
                <a:ea typeface="Montserrat SemiBold"/>
                <a:cs typeface="Montserrat SemiBold"/>
                <a:sym typeface="Montserrat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84" name="Shape 84"/>
        <p:cNvGrpSpPr/>
        <p:nvPr/>
      </p:nvGrpSpPr>
      <p:grpSpPr>
        <a:xfrm>
          <a:off x="0" y="0"/>
          <a:ext cx="0" cy="0"/>
          <a:chOff x="0" y="0"/>
          <a:chExt cx="0" cy="0"/>
        </a:xfrm>
      </p:grpSpPr>
      <p:sp>
        <p:nvSpPr>
          <p:cNvPr id="85" name="Google Shape;85;p39"/>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3000"/>
              <a:buNone/>
              <a:defRPr>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6" name="Google Shape;86;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grpSp>
        <p:nvGrpSpPr>
          <p:cNvPr id="87" name="Google Shape;87;p39"/>
          <p:cNvGrpSpPr/>
          <p:nvPr/>
        </p:nvGrpSpPr>
        <p:grpSpPr>
          <a:xfrm flipH="1">
            <a:off x="-301750" y="4901250"/>
            <a:ext cx="6396725" cy="0"/>
            <a:chOff x="-52825" y="3943350"/>
            <a:chExt cx="6396725" cy="0"/>
          </a:xfrm>
        </p:grpSpPr>
        <p:cxnSp>
          <p:nvCxnSpPr>
            <p:cNvPr id="88" name="Google Shape;88;p39"/>
            <p:cNvCxnSpPr/>
            <p:nvPr/>
          </p:nvCxnSpPr>
          <p:spPr>
            <a:xfrm>
              <a:off x="1940500" y="3943350"/>
              <a:ext cx="4403400" cy="0"/>
            </a:xfrm>
            <a:prstGeom prst="straightConnector1">
              <a:avLst/>
            </a:prstGeom>
            <a:noFill/>
            <a:ln cap="flat" cmpd="sng" w="19050">
              <a:solidFill>
                <a:schemeClr val="dk2"/>
              </a:solidFill>
              <a:prstDash val="solid"/>
              <a:round/>
              <a:headEnd len="sm" w="sm" type="none"/>
              <a:tailEnd len="sm" w="sm" type="none"/>
            </a:ln>
          </p:spPr>
        </p:cxnSp>
        <p:cxnSp>
          <p:nvCxnSpPr>
            <p:cNvPr id="89" name="Google Shape;89;p39"/>
            <p:cNvCxnSpPr/>
            <p:nvPr/>
          </p:nvCxnSpPr>
          <p:spPr>
            <a:xfrm>
              <a:off x="-52825" y="3943350"/>
              <a:ext cx="1968600" cy="0"/>
            </a:xfrm>
            <a:prstGeom prst="straightConnector1">
              <a:avLst/>
            </a:prstGeom>
            <a:noFill/>
            <a:ln cap="flat" cmpd="sng" w="19050">
              <a:solidFill>
                <a:schemeClr val="dk2"/>
              </a:solidFill>
              <a:prstDash val="dot"/>
              <a:round/>
              <a:headEnd len="sm" w="sm" type="none"/>
              <a:tailEnd len="sm" w="sm" type="none"/>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0" name="Shape 90"/>
        <p:cNvGrpSpPr/>
        <p:nvPr/>
      </p:nvGrpSpPr>
      <p:grpSpPr>
        <a:xfrm>
          <a:off x="0" y="0"/>
          <a:ext cx="0" cy="0"/>
          <a:chOff x="0" y="0"/>
          <a:chExt cx="0" cy="0"/>
        </a:xfrm>
      </p:grpSpPr>
      <p:sp>
        <p:nvSpPr>
          <p:cNvPr id="91" name="Google Shape;91;p40"/>
          <p:cNvSpPr txBox="1"/>
          <p:nvPr>
            <p:ph type="title"/>
          </p:nvPr>
        </p:nvSpPr>
        <p:spPr>
          <a:xfrm>
            <a:off x="713225" y="539500"/>
            <a:ext cx="77175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b="1">
                <a:latin typeface="Montserrat"/>
                <a:ea typeface="Montserrat"/>
                <a:cs typeface="Montserrat"/>
                <a:sym typeface="Montserrat"/>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2" name="Google Shape;92;p40"/>
          <p:cNvSpPr txBox="1"/>
          <p:nvPr>
            <p:ph idx="1" type="body"/>
          </p:nvPr>
        </p:nvSpPr>
        <p:spPr>
          <a:xfrm>
            <a:off x="713225" y="1496700"/>
            <a:ext cx="4453500" cy="2984700"/>
          </a:xfrm>
          <a:prstGeom prst="rect">
            <a:avLst/>
          </a:prstGeom>
          <a:noFill/>
          <a:ln>
            <a:noFill/>
          </a:ln>
        </p:spPr>
        <p:txBody>
          <a:bodyPr anchorCtr="0" anchor="ctr" bIns="91425" lIns="91425" spcFirstLastPara="1" rIns="91425" wrap="square" tIns="91425">
            <a:noAutofit/>
          </a:bodyPr>
          <a:lstStyle>
            <a:lvl1pPr indent="-292100" lvl="0" marL="457200" algn="l">
              <a:lnSpc>
                <a:spcPct val="100000"/>
              </a:lnSpc>
              <a:spcBef>
                <a:spcPts val="0"/>
              </a:spcBef>
              <a:spcAft>
                <a:spcPts val="0"/>
              </a:spcAft>
              <a:buClr>
                <a:schemeClr val="accent1"/>
              </a:buClr>
              <a:buSzPts val="1000"/>
              <a:buFont typeface="Anaheim"/>
              <a:buChar char="●"/>
              <a:defRPr sz="1400"/>
            </a:lvl1pPr>
            <a:lvl2pPr indent="-317500" lvl="1" marL="914400" algn="l">
              <a:lnSpc>
                <a:spcPct val="100000"/>
              </a:lnSpc>
              <a:spcBef>
                <a:spcPts val="0"/>
              </a:spcBef>
              <a:spcAft>
                <a:spcPts val="0"/>
              </a:spcAft>
              <a:buClr>
                <a:srgbClr val="595959"/>
              </a:buClr>
              <a:buSzPts val="1400"/>
              <a:buFont typeface="Anaheim"/>
              <a:buChar char="○"/>
              <a:defRPr sz="1200"/>
            </a:lvl2pPr>
            <a:lvl3pPr indent="-317500" lvl="2" marL="1371600" algn="l">
              <a:lnSpc>
                <a:spcPct val="100000"/>
              </a:lnSpc>
              <a:spcBef>
                <a:spcPts val="0"/>
              </a:spcBef>
              <a:spcAft>
                <a:spcPts val="0"/>
              </a:spcAft>
              <a:buClr>
                <a:srgbClr val="595959"/>
              </a:buClr>
              <a:buSzPts val="1400"/>
              <a:buFont typeface="Anaheim"/>
              <a:buChar char="■"/>
              <a:defRPr sz="1200"/>
            </a:lvl3pPr>
            <a:lvl4pPr indent="-317500" lvl="3" marL="1828800" algn="l">
              <a:lnSpc>
                <a:spcPct val="100000"/>
              </a:lnSpc>
              <a:spcBef>
                <a:spcPts val="0"/>
              </a:spcBef>
              <a:spcAft>
                <a:spcPts val="0"/>
              </a:spcAft>
              <a:buClr>
                <a:srgbClr val="595959"/>
              </a:buClr>
              <a:buSzPts val="1400"/>
              <a:buFont typeface="Anaheim"/>
              <a:buChar char="●"/>
              <a:defRPr sz="1200"/>
            </a:lvl4pPr>
            <a:lvl5pPr indent="-317500" lvl="4" marL="2286000" algn="l">
              <a:lnSpc>
                <a:spcPct val="100000"/>
              </a:lnSpc>
              <a:spcBef>
                <a:spcPts val="0"/>
              </a:spcBef>
              <a:spcAft>
                <a:spcPts val="0"/>
              </a:spcAft>
              <a:buClr>
                <a:srgbClr val="595959"/>
              </a:buClr>
              <a:buSzPts val="1400"/>
              <a:buFont typeface="Anaheim"/>
              <a:buChar char="○"/>
              <a:defRPr sz="1200"/>
            </a:lvl5pPr>
            <a:lvl6pPr indent="-317500" lvl="5" marL="2743200" algn="l">
              <a:lnSpc>
                <a:spcPct val="100000"/>
              </a:lnSpc>
              <a:spcBef>
                <a:spcPts val="0"/>
              </a:spcBef>
              <a:spcAft>
                <a:spcPts val="0"/>
              </a:spcAft>
              <a:buClr>
                <a:srgbClr val="595959"/>
              </a:buClr>
              <a:buSzPts val="1400"/>
              <a:buFont typeface="Anaheim"/>
              <a:buChar char="■"/>
              <a:defRPr sz="1200"/>
            </a:lvl6pPr>
            <a:lvl7pPr indent="-317500" lvl="6" marL="3200400" algn="l">
              <a:lnSpc>
                <a:spcPct val="100000"/>
              </a:lnSpc>
              <a:spcBef>
                <a:spcPts val="0"/>
              </a:spcBef>
              <a:spcAft>
                <a:spcPts val="0"/>
              </a:spcAft>
              <a:buClr>
                <a:srgbClr val="595959"/>
              </a:buClr>
              <a:buSzPts val="1400"/>
              <a:buFont typeface="Anaheim"/>
              <a:buChar char="●"/>
              <a:defRPr sz="1200"/>
            </a:lvl7pPr>
            <a:lvl8pPr indent="-317500" lvl="7" marL="3657600" algn="l">
              <a:lnSpc>
                <a:spcPct val="100000"/>
              </a:lnSpc>
              <a:spcBef>
                <a:spcPts val="0"/>
              </a:spcBef>
              <a:spcAft>
                <a:spcPts val="0"/>
              </a:spcAft>
              <a:buClr>
                <a:srgbClr val="595959"/>
              </a:buClr>
              <a:buSzPts val="1400"/>
              <a:buFont typeface="Anaheim"/>
              <a:buChar char="○"/>
              <a:defRPr sz="1200"/>
            </a:lvl8pPr>
            <a:lvl9pPr indent="-317500" lvl="8" marL="4114800" algn="l">
              <a:lnSpc>
                <a:spcPct val="100000"/>
              </a:lnSpc>
              <a:spcBef>
                <a:spcPts val="0"/>
              </a:spcBef>
              <a:spcAft>
                <a:spcPts val="0"/>
              </a:spcAft>
              <a:buClr>
                <a:srgbClr val="595959"/>
              </a:buClr>
              <a:buSzPts val="1400"/>
              <a:buFont typeface="Anaheim"/>
              <a:buChar char="■"/>
              <a:defRPr sz="1200"/>
            </a:lvl9pPr>
          </a:lstStyle>
          <a:p/>
        </p:txBody>
      </p:sp>
      <p:sp>
        <p:nvSpPr>
          <p:cNvPr id="93" name="Google Shape;9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94" name="Shape 94"/>
        <p:cNvGrpSpPr/>
        <p:nvPr/>
      </p:nvGrpSpPr>
      <p:grpSpPr>
        <a:xfrm>
          <a:off x="0" y="0"/>
          <a:ext cx="0" cy="0"/>
          <a:chOff x="0" y="0"/>
          <a:chExt cx="0" cy="0"/>
        </a:xfrm>
      </p:grpSpPr>
      <p:sp>
        <p:nvSpPr>
          <p:cNvPr id="95" name="Google Shape;95;p41"/>
          <p:cNvSpPr/>
          <p:nvPr/>
        </p:nvSpPr>
        <p:spPr>
          <a:xfrm>
            <a:off x="-30800" y="-22025"/>
            <a:ext cx="7630800" cy="5217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41"/>
          <p:cNvSpPr/>
          <p:nvPr/>
        </p:nvSpPr>
        <p:spPr>
          <a:xfrm>
            <a:off x="405125" y="0"/>
            <a:ext cx="8509200" cy="5143500"/>
          </a:xfrm>
          <a:prstGeom prst="parallelogram">
            <a:avLst>
              <a:gd fmla="val 25000" name="adj"/>
            </a:avLst>
          </a:prstGeom>
          <a:solidFill>
            <a:srgbClr val="990000"/>
          </a:solidFill>
          <a:ln>
            <a:noFill/>
          </a:ln>
          <a:effectLst>
            <a:outerShdw blurRad="85725" rotWithShape="0" algn="bl" dir="3780000" dist="57150">
              <a:srgbClr val="000000">
                <a:alpha val="5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41"/>
          <p:cNvSpPr txBox="1"/>
          <p:nvPr>
            <p:ph type="title"/>
          </p:nvPr>
        </p:nvSpPr>
        <p:spPr>
          <a:xfrm>
            <a:off x="1388100" y="541525"/>
            <a:ext cx="6367800" cy="40908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b="1" sz="9000">
                <a:solidFill>
                  <a:schemeClr val="lt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cxnSp>
        <p:nvCxnSpPr>
          <p:cNvPr id="98" name="Google Shape;98;p41"/>
          <p:cNvCxnSpPr/>
          <p:nvPr/>
        </p:nvCxnSpPr>
        <p:spPr>
          <a:xfrm rot="10800000">
            <a:off x="7889325" y="4278600"/>
            <a:ext cx="1197300" cy="0"/>
          </a:xfrm>
          <a:prstGeom prst="straightConnector1">
            <a:avLst/>
          </a:prstGeom>
          <a:noFill/>
          <a:ln cap="flat" cmpd="sng" w="19050">
            <a:solidFill>
              <a:schemeClr val="dk2"/>
            </a:solidFill>
            <a:prstDash val="dot"/>
            <a:round/>
            <a:headEnd len="sm" w="sm" type="none"/>
            <a:tailEnd len="sm" w="sm" type="none"/>
          </a:ln>
        </p:spPr>
      </p:cxnSp>
      <p:cxnSp>
        <p:nvCxnSpPr>
          <p:cNvPr id="99" name="Google Shape;99;p41"/>
          <p:cNvCxnSpPr/>
          <p:nvPr/>
        </p:nvCxnSpPr>
        <p:spPr>
          <a:xfrm rot="10800000">
            <a:off x="624150" y="4278600"/>
            <a:ext cx="7230900" cy="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sp>
        <p:nvSpPr>
          <p:cNvPr id="101" name="Google Shape;101;p42"/>
          <p:cNvSpPr txBox="1"/>
          <p:nvPr>
            <p:ph idx="1" type="body"/>
          </p:nvPr>
        </p:nvSpPr>
        <p:spPr>
          <a:xfrm>
            <a:off x="713225" y="539500"/>
            <a:ext cx="3498600" cy="10698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b="1" sz="2500">
                <a:latin typeface="Montserrat"/>
                <a:ea typeface="Montserrat"/>
                <a:cs typeface="Montserrat"/>
                <a:sym typeface="Montserrat"/>
              </a:defRPr>
            </a:lvl1pPr>
          </a:lstStyle>
          <a:p/>
        </p:txBody>
      </p:sp>
      <p:sp>
        <p:nvSpPr>
          <p:cNvPr id="102" name="Google Shape;10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03" name="Shape 103"/>
        <p:cNvGrpSpPr/>
        <p:nvPr/>
      </p:nvGrpSpPr>
      <p:grpSpPr>
        <a:xfrm>
          <a:off x="0" y="0"/>
          <a:ext cx="0" cy="0"/>
          <a:chOff x="0" y="0"/>
          <a:chExt cx="0" cy="0"/>
        </a:xfrm>
      </p:grpSpPr>
      <p:sp>
        <p:nvSpPr>
          <p:cNvPr id="104" name="Google Shape;104;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and text">
  <p:cSld name="CUSTOM_3">
    <p:bg>
      <p:bgPr>
        <a:solidFill>
          <a:schemeClr val="accent1"/>
        </a:solidFill>
      </p:bgPr>
    </p:bg>
    <p:spTree>
      <p:nvGrpSpPr>
        <p:cNvPr id="105" name="Shape 105"/>
        <p:cNvGrpSpPr/>
        <p:nvPr/>
      </p:nvGrpSpPr>
      <p:grpSpPr>
        <a:xfrm>
          <a:off x="0" y="0"/>
          <a:ext cx="0" cy="0"/>
          <a:chOff x="0" y="0"/>
          <a:chExt cx="0" cy="0"/>
        </a:xfrm>
      </p:grpSpPr>
      <p:sp>
        <p:nvSpPr>
          <p:cNvPr id="106" name="Google Shape;106;p44"/>
          <p:cNvSpPr/>
          <p:nvPr/>
        </p:nvSpPr>
        <p:spPr>
          <a:xfrm>
            <a:off x="405125" y="0"/>
            <a:ext cx="8509200" cy="5143500"/>
          </a:xfrm>
          <a:prstGeom prst="parallelogram">
            <a:avLst>
              <a:gd fmla="val 25000" name="adj"/>
            </a:avLst>
          </a:prstGeom>
          <a:solidFill>
            <a:schemeClr val="dk1"/>
          </a:solidFill>
          <a:ln>
            <a:noFill/>
          </a:ln>
          <a:effectLst>
            <a:outerShdw blurRad="85725" rotWithShape="0" algn="bl" dir="3780000" dist="57150">
              <a:srgbClr val="000000">
                <a:alpha val="5764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4"/>
          <p:cNvSpPr txBox="1"/>
          <p:nvPr>
            <p:ph type="title"/>
          </p:nvPr>
        </p:nvSpPr>
        <p:spPr>
          <a:xfrm>
            <a:off x="2328751" y="746175"/>
            <a:ext cx="4486500" cy="54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b="1" sz="35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08" name="Google Shape;108;p44"/>
          <p:cNvSpPr txBox="1"/>
          <p:nvPr>
            <p:ph idx="1" type="body"/>
          </p:nvPr>
        </p:nvSpPr>
        <p:spPr>
          <a:xfrm>
            <a:off x="2328751" y="1158177"/>
            <a:ext cx="4486500" cy="489900"/>
          </a:xfrm>
          <a:prstGeom prst="rect">
            <a:avLst/>
          </a:prstGeom>
          <a:noFill/>
          <a:ln>
            <a:noFill/>
          </a:ln>
        </p:spPr>
        <p:txBody>
          <a:bodyPr anchorCtr="0" anchor="ctr" bIns="91425" lIns="91425" spcFirstLastPara="1" rIns="91425" wrap="square" tIns="91425">
            <a:noAutofit/>
          </a:bodyPr>
          <a:lstStyle>
            <a:lvl1pPr indent="-342900" lvl="0" marL="457200" algn="ctr">
              <a:lnSpc>
                <a:spcPct val="100000"/>
              </a:lnSpc>
              <a:spcBef>
                <a:spcPts val="0"/>
              </a:spcBef>
              <a:spcAft>
                <a:spcPts val="0"/>
              </a:spcAft>
              <a:buSzPts val="1800"/>
              <a:buChar char="●"/>
              <a:defRPr>
                <a:solidFill>
                  <a:schemeClr val="lt1"/>
                </a:solidFill>
              </a:defRPr>
            </a:lvl1pPr>
            <a:lvl2pPr indent="-317500" lvl="1" marL="914400" algn="ctr">
              <a:lnSpc>
                <a:spcPct val="100000"/>
              </a:lnSpc>
              <a:spcBef>
                <a:spcPts val="0"/>
              </a:spcBef>
              <a:spcAft>
                <a:spcPts val="0"/>
              </a:spcAft>
              <a:buSzPts val="1400"/>
              <a:buChar char="○"/>
              <a:defRPr/>
            </a:lvl2pPr>
            <a:lvl3pPr indent="-317500" lvl="2" marL="1371600" algn="ctr">
              <a:lnSpc>
                <a:spcPct val="100000"/>
              </a:lnSpc>
              <a:spcBef>
                <a:spcPts val="0"/>
              </a:spcBef>
              <a:spcAft>
                <a:spcPts val="0"/>
              </a:spcAft>
              <a:buSzPts val="1400"/>
              <a:buChar char="■"/>
              <a:defRPr/>
            </a:lvl3pPr>
            <a:lvl4pPr indent="-317500" lvl="3" marL="1828800" algn="ctr">
              <a:lnSpc>
                <a:spcPct val="100000"/>
              </a:lnSpc>
              <a:spcBef>
                <a:spcPts val="0"/>
              </a:spcBef>
              <a:spcAft>
                <a:spcPts val="0"/>
              </a:spcAft>
              <a:buSzPts val="1400"/>
              <a:buChar char="●"/>
              <a:defRPr/>
            </a:lvl4pPr>
            <a:lvl5pPr indent="-317500" lvl="4" marL="2286000" algn="ctr">
              <a:lnSpc>
                <a:spcPct val="100000"/>
              </a:lnSpc>
              <a:spcBef>
                <a:spcPts val="0"/>
              </a:spcBef>
              <a:spcAft>
                <a:spcPts val="0"/>
              </a:spcAft>
              <a:buSzPts val="1400"/>
              <a:buChar char="○"/>
              <a:defRPr/>
            </a:lvl5pPr>
            <a:lvl6pPr indent="-317500" lvl="5" marL="2743200" algn="ctr">
              <a:lnSpc>
                <a:spcPct val="100000"/>
              </a:lnSpc>
              <a:spcBef>
                <a:spcPts val="0"/>
              </a:spcBef>
              <a:spcAft>
                <a:spcPts val="0"/>
              </a:spcAft>
              <a:buSzPts val="1400"/>
              <a:buChar char="■"/>
              <a:defRPr/>
            </a:lvl6pPr>
            <a:lvl7pPr indent="-317500" lvl="6" marL="3200400" algn="ctr">
              <a:lnSpc>
                <a:spcPct val="100000"/>
              </a:lnSpc>
              <a:spcBef>
                <a:spcPts val="0"/>
              </a:spcBef>
              <a:spcAft>
                <a:spcPts val="0"/>
              </a:spcAft>
              <a:buSzPts val="1400"/>
              <a:buChar char="●"/>
              <a:defRPr/>
            </a:lvl7pPr>
            <a:lvl8pPr indent="-317500" lvl="7" marL="3657600" algn="ctr">
              <a:lnSpc>
                <a:spcPct val="100000"/>
              </a:lnSpc>
              <a:spcBef>
                <a:spcPts val="0"/>
              </a:spcBef>
              <a:spcAft>
                <a:spcPts val="0"/>
              </a:spcAft>
              <a:buSzPts val="1400"/>
              <a:buChar char="○"/>
              <a:defRPr/>
            </a:lvl8pPr>
            <a:lvl9pPr indent="-317500" lvl="8" marL="4114800" algn="ctr">
              <a:lnSpc>
                <a:spcPct val="100000"/>
              </a:lnSpc>
              <a:spcBef>
                <a:spcPts val="0"/>
              </a:spcBef>
              <a:spcAft>
                <a:spcPts val="0"/>
              </a:spcAft>
              <a:buSzPts val="1400"/>
              <a:buChar char="■"/>
              <a:defRPr/>
            </a:lvl9pPr>
          </a:lstStyle>
          <a:p/>
        </p:txBody>
      </p:sp>
      <p:sp>
        <p:nvSpPr>
          <p:cNvPr id="109" name="Google Shape;109;p44"/>
          <p:cNvSpPr txBox="1"/>
          <p:nvPr>
            <p:ph idx="2" type="title"/>
          </p:nvPr>
        </p:nvSpPr>
        <p:spPr>
          <a:xfrm>
            <a:off x="2328751" y="1994817"/>
            <a:ext cx="4486500" cy="54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b="1" sz="3500">
                <a:solidFill>
                  <a:schemeClr val="accent2"/>
                </a:solidFill>
                <a:latin typeface="Montserrat"/>
                <a:ea typeface="Montserrat"/>
                <a:cs typeface="Montserrat"/>
                <a:sym typeface="Montserrat"/>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10" name="Google Shape;110;p44"/>
          <p:cNvSpPr txBox="1"/>
          <p:nvPr>
            <p:ph idx="3" type="body"/>
          </p:nvPr>
        </p:nvSpPr>
        <p:spPr>
          <a:xfrm>
            <a:off x="2328751" y="2406819"/>
            <a:ext cx="4486500" cy="489900"/>
          </a:xfrm>
          <a:prstGeom prst="rect">
            <a:avLst/>
          </a:prstGeom>
          <a:noFill/>
          <a:ln>
            <a:noFill/>
          </a:ln>
        </p:spPr>
        <p:txBody>
          <a:bodyPr anchorCtr="0" anchor="ctr" bIns="91425" lIns="91425" spcFirstLastPara="1" rIns="91425" wrap="square" tIns="91425">
            <a:noAutofit/>
          </a:bodyPr>
          <a:lstStyle>
            <a:lvl1pPr indent="-342900" lvl="0" marL="457200" algn="ctr">
              <a:lnSpc>
                <a:spcPct val="100000"/>
              </a:lnSpc>
              <a:spcBef>
                <a:spcPts val="0"/>
              </a:spcBef>
              <a:spcAft>
                <a:spcPts val="0"/>
              </a:spcAft>
              <a:buSzPts val="1800"/>
              <a:buChar char="●"/>
              <a:defRPr>
                <a:solidFill>
                  <a:schemeClr val="lt1"/>
                </a:solidFill>
              </a:defRPr>
            </a:lvl1pPr>
            <a:lvl2pPr indent="-317500" lvl="1" marL="914400" algn="ctr">
              <a:lnSpc>
                <a:spcPct val="100000"/>
              </a:lnSpc>
              <a:spcBef>
                <a:spcPts val="0"/>
              </a:spcBef>
              <a:spcAft>
                <a:spcPts val="0"/>
              </a:spcAft>
              <a:buSzPts val="1400"/>
              <a:buChar char="○"/>
              <a:defRPr/>
            </a:lvl2pPr>
            <a:lvl3pPr indent="-317500" lvl="2" marL="1371600" algn="ctr">
              <a:lnSpc>
                <a:spcPct val="100000"/>
              </a:lnSpc>
              <a:spcBef>
                <a:spcPts val="0"/>
              </a:spcBef>
              <a:spcAft>
                <a:spcPts val="0"/>
              </a:spcAft>
              <a:buSzPts val="1400"/>
              <a:buChar char="■"/>
              <a:defRPr/>
            </a:lvl3pPr>
            <a:lvl4pPr indent="-317500" lvl="3" marL="1828800" algn="ctr">
              <a:lnSpc>
                <a:spcPct val="100000"/>
              </a:lnSpc>
              <a:spcBef>
                <a:spcPts val="0"/>
              </a:spcBef>
              <a:spcAft>
                <a:spcPts val="0"/>
              </a:spcAft>
              <a:buSzPts val="1400"/>
              <a:buChar char="●"/>
              <a:defRPr/>
            </a:lvl4pPr>
            <a:lvl5pPr indent="-317500" lvl="4" marL="2286000" algn="ctr">
              <a:lnSpc>
                <a:spcPct val="100000"/>
              </a:lnSpc>
              <a:spcBef>
                <a:spcPts val="0"/>
              </a:spcBef>
              <a:spcAft>
                <a:spcPts val="0"/>
              </a:spcAft>
              <a:buSzPts val="1400"/>
              <a:buChar char="○"/>
              <a:defRPr/>
            </a:lvl5pPr>
            <a:lvl6pPr indent="-317500" lvl="5" marL="2743200" algn="ctr">
              <a:lnSpc>
                <a:spcPct val="100000"/>
              </a:lnSpc>
              <a:spcBef>
                <a:spcPts val="0"/>
              </a:spcBef>
              <a:spcAft>
                <a:spcPts val="0"/>
              </a:spcAft>
              <a:buSzPts val="1400"/>
              <a:buChar char="■"/>
              <a:defRPr/>
            </a:lvl6pPr>
            <a:lvl7pPr indent="-317500" lvl="6" marL="3200400" algn="ctr">
              <a:lnSpc>
                <a:spcPct val="100000"/>
              </a:lnSpc>
              <a:spcBef>
                <a:spcPts val="0"/>
              </a:spcBef>
              <a:spcAft>
                <a:spcPts val="0"/>
              </a:spcAft>
              <a:buSzPts val="1400"/>
              <a:buChar char="●"/>
              <a:defRPr/>
            </a:lvl7pPr>
            <a:lvl8pPr indent="-317500" lvl="7" marL="3657600" algn="ctr">
              <a:lnSpc>
                <a:spcPct val="100000"/>
              </a:lnSpc>
              <a:spcBef>
                <a:spcPts val="0"/>
              </a:spcBef>
              <a:spcAft>
                <a:spcPts val="0"/>
              </a:spcAft>
              <a:buSzPts val="1400"/>
              <a:buChar char="○"/>
              <a:defRPr/>
            </a:lvl8pPr>
            <a:lvl9pPr indent="-317500" lvl="8" marL="4114800" algn="ctr">
              <a:lnSpc>
                <a:spcPct val="100000"/>
              </a:lnSpc>
              <a:spcBef>
                <a:spcPts val="0"/>
              </a:spcBef>
              <a:spcAft>
                <a:spcPts val="0"/>
              </a:spcAft>
              <a:buSzPts val="1400"/>
              <a:buChar char="■"/>
              <a:defRPr/>
            </a:lvl9pPr>
          </a:lstStyle>
          <a:p/>
        </p:txBody>
      </p:sp>
      <p:sp>
        <p:nvSpPr>
          <p:cNvPr id="111" name="Google Shape;111;p44"/>
          <p:cNvSpPr txBox="1"/>
          <p:nvPr>
            <p:ph idx="4" type="title"/>
          </p:nvPr>
        </p:nvSpPr>
        <p:spPr>
          <a:xfrm>
            <a:off x="2328751" y="3243472"/>
            <a:ext cx="4486500" cy="54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500"/>
              <a:buNone/>
              <a:defRPr b="1" sz="35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12" name="Google Shape;112;p44"/>
          <p:cNvSpPr txBox="1"/>
          <p:nvPr>
            <p:ph idx="5" type="body"/>
          </p:nvPr>
        </p:nvSpPr>
        <p:spPr>
          <a:xfrm>
            <a:off x="2328751" y="3655473"/>
            <a:ext cx="4486500" cy="489900"/>
          </a:xfrm>
          <a:prstGeom prst="rect">
            <a:avLst/>
          </a:prstGeom>
          <a:noFill/>
          <a:ln>
            <a:noFill/>
          </a:ln>
        </p:spPr>
        <p:txBody>
          <a:bodyPr anchorCtr="0" anchor="ctr" bIns="91425" lIns="91425" spcFirstLastPara="1" rIns="91425" wrap="square" tIns="91425">
            <a:noAutofit/>
          </a:bodyPr>
          <a:lstStyle>
            <a:lvl1pPr indent="-342900" lvl="0" marL="457200" algn="ctr">
              <a:lnSpc>
                <a:spcPct val="100000"/>
              </a:lnSpc>
              <a:spcBef>
                <a:spcPts val="0"/>
              </a:spcBef>
              <a:spcAft>
                <a:spcPts val="0"/>
              </a:spcAft>
              <a:buSzPts val="1800"/>
              <a:buChar char="●"/>
              <a:defRPr sz="1700">
                <a:solidFill>
                  <a:schemeClr val="lt1"/>
                </a:solidFill>
              </a:defRPr>
            </a:lvl1pPr>
            <a:lvl2pPr indent="-317500" lvl="1" marL="914400" algn="ctr">
              <a:lnSpc>
                <a:spcPct val="100000"/>
              </a:lnSpc>
              <a:spcBef>
                <a:spcPts val="0"/>
              </a:spcBef>
              <a:spcAft>
                <a:spcPts val="0"/>
              </a:spcAft>
              <a:buSzPts val="1400"/>
              <a:buChar char="○"/>
              <a:defRPr/>
            </a:lvl2pPr>
            <a:lvl3pPr indent="-317500" lvl="2" marL="1371600" algn="ctr">
              <a:lnSpc>
                <a:spcPct val="100000"/>
              </a:lnSpc>
              <a:spcBef>
                <a:spcPts val="0"/>
              </a:spcBef>
              <a:spcAft>
                <a:spcPts val="0"/>
              </a:spcAft>
              <a:buSzPts val="1400"/>
              <a:buChar char="■"/>
              <a:defRPr/>
            </a:lvl3pPr>
            <a:lvl4pPr indent="-317500" lvl="3" marL="1828800" algn="ctr">
              <a:lnSpc>
                <a:spcPct val="100000"/>
              </a:lnSpc>
              <a:spcBef>
                <a:spcPts val="0"/>
              </a:spcBef>
              <a:spcAft>
                <a:spcPts val="0"/>
              </a:spcAft>
              <a:buSzPts val="1400"/>
              <a:buChar char="●"/>
              <a:defRPr/>
            </a:lvl4pPr>
            <a:lvl5pPr indent="-317500" lvl="4" marL="2286000" algn="ctr">
              <a:lnSpc>
                <a:spcPct val="100000"/>
              </a:lnSpc>
              <a:spcBef>
                <a:spcPts val="0"/>
              </a:spcBef>
              <a:spcAft>
                <a:spcPts val="0"/>
              </a:spcAft>
              <a:buSzPts val="1400"/>
              <a:buChar char="○"/>
              <a:defRPr/>
            </a:lvl5pPr>
            <a:lvl6pPr indent="-317500" lvl="5" marL="2743200" algn="ctr">
              <a:lnSpc>
                <a:spcPct val="100000"/>
              </a:lnSpc>
              <a:spcBef>
                <a:spcPts val="0"/>
              </a:spcBef>
              <a:spcAft>
                <a:spcPts val="0"/>
              </a:spcAft>
              <a:buSzPts val="1400"/>
              <a:buChar char="■"/>
              <a:defRPr/>
            </a:lvl6pPr>
            <a:lvl7pPr indent="-317500" lvl="6" marL="3200400" algn="ctr">
              <a:lnSpc>
                <a:spcPct val="100000"/>
              </a:lnSpc>
              <a:spcBef>
                <a:spcPts val="0"/>
              </a:spcBef>
              <a:spcAft>
                <a:spcPts val="0"/>
              </a:spcAft>
              <a:buSzPts val="1400"/>
              <a:buChar char="●"/>
              <a:defRPr/>
            </a:lvl7pPr>
            <a:lvl8pPr indent="-317500" lvl="7" marL="3657600" algn="ctr">
              <a:lnSpc>
                <a:spcPct val="100000"/>
              </a:lnSpc>
              <a:spcBef>
                <a:spcPts val="0"/>
              </a:spcBef>
              <a:spcAft>
                <a:spcPts val="0"/>
              </a:spcAft>
              <a:buSzPts val="1400"/>
              <a:buChar char="○"/>
              <a:defRPr/>
            </a:lvl8pPr>
            <a:lvl9pPr indent="-317500" lvl="8" marL="4114800" algn="ctr">
              <a:lnSpc>
                <a:spcPct val="100000"/>
              </a:lnSpc>
              <a:spcBef>
                <a:spcPts val="0"/>
              </a:spcBef>
              <a:spcAft>
                <a:spcPts val="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113" name="Shape 113"/>
        <p:cNvGrpSpPr/>
        <p:nvPr/>
      </p:nvGrpSpPr>
      <p:grpSpPr>
        <a:xfrm>
          <a:off x="0" y="0"/>
          <a:ext cx="0" cy="0"/>
          <a:chOff x="0" y="0"/>
          <a:chExt cx="0" cy="0"/>
        </a:xfrm>
      </p:grpSpPr>
      <p:sp>
        <p:nvSpPr>
          <p:cNvPr id="114" name="Google Shape;114;p45"/>
          <p:cNvSpPr txBox="1"/>
          <p:nvPr>
            <p:ph idx="1" type="subTitle"/>
          </p:nvPr>
        </p:nvSpPr>
        <p:spPr>
          <a:xfrm>
            <a:off x="3884513" y="3027600"/>
            <a:ext cx="2051700" cy="484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solidFill>
                  <a:schemeClr val="lt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9pPr>
          </a:lstStyle>
          <a:p/>
        </p:txBody>
      </p:sp>
      <p:sp>
        <p:nvSpPr>
          <p:cNvPr id="115" name="Google Shape;115;p45"/>
          <p:cNvSpPr txBox="1"/>
          <p:nvPr>
            <p:ph idx="2" type="subTitle"/>
          </p:nvPr>
        </p:nvSpPr>
        <p:spPr>
          <a:xfrm>
            <a:off x="3893547" y="3381250"/>
            <a:ext cx="2052000" cy="567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400">
                <a:solidFill>
                  <a:schemeClr val="lt1"/>
                </a:solidFill>
              </a:defRPr>
            </a:lvl1pPr>
            <a:lvl2pPr lvl="1" algn="ctr">
              <a:lnSpc>
                <a:spcPct val="100000"/>
              </a:lnSpc>
              <a:spcBef>
                <a:spcPts val="0"/>
              </a:spcBef>
              <a:spcAft>
                <a:spcPts val="0"/>
              </a:spcAft>
              <a:buSzPts val="1400"/>
              <a:buNone/>
              <a:defRPr sz="1400">
                <a:solidFill>
                  <a:schemeClr val="lt1"/>
                </a:solidFill>
              </a:defRPr>
            </a:lvl2pPr>
            <a:lvl3pPr lvl="2" algn="ctr">
              <a:lnSpc>
                <a:spcPct val="100000"/>
              </a:lnSpc>
              <a:spcBef>
                <a:spcPts val="0"/>
              </a:spcBef>
              <a:spcAft>
                <a:spcPts val="0"/>
              </a:spcAft>
              <a:buSzPts val="1400"/>
              <a:buNone/>
              <a:defRPr sz="1400">
                <a:solidFill>
                  <a:schemeClr val="lt1"/>
                </a:solidFill>
              </a:defRPr>
            </a:lvl3pPr>
            <a:lvl4pPr lvl="3" algn="ctr">
              <a:lnSpc>
                <a:spcPct val="100000"/>
              </a:lnSpc>
              <a:spcBef>
                <a:spcPts val="0"/>
              </a:spcBef>
              <a:spcAft>
                <a:spcPts val="0"/>
              </a:spcAft>
              <a:buSzPts val="1400"/>
              <a:buNone/>
              <a:defRPr sz="1400">
                <a:solidFill>
                  <a:schemeClr val="lt1"/>
                </a:solidFill>
              </a:defRPr>
            </a:lvl4pPr>
            <a:lvl5pPr lvl="4" algn="ctr">
              <a:lnSpc>
                <a:spcPct val="100000"/>
              </a:lnSpc>
              <a:spcBef>
                <a:spcPts val="0"/>
              </a:spcBef>
              <a:spcAft>
                <a:spcPts val="0"/>
              </a:spcAft>
              <a:buSzPts val="1400"/>
              <a:buNone/>
              <a:defRPr sz="1400">
                <a:solidFill>
                  <a:schemeClr val="lt1"/>
                </a:solidFill>
              </a:defRPr>
            </a:lvl5pPr>
            <a:lvl6pPr lvl="5" algn="ctr">
              <a:lnSpc>
                <a:spcPct val="100000"/>
              </a:lnSpc>
              <a:spcBef>
                <a:spcPts val="0"/>
              </a:spcBef>
              <a:spcAft>
                <a:spcPts val="0"/>
              </a:spcAft>
              <a:buSzPts val="1400"/>
              <a:buNone/>
              <a:defRPr sz="1400">
                <a:solidFill>
                  <a:schemeClr val="lt1"/>
                </a:solidFill>
              </a:defRPr>
            </a:lvl6pPr>
            <a:lvl7pPr lvl="6" algn="ctr">
              <a:lnSpc>
                <a:spcPct val="100000"/>
              </a:lnSpc>
              <a:spcBef>
                <a:spcPts val="0"/>
              </a:spcBef>
              <a:spcAft>
                <a:spcPts val="0"/>
              </a:spcAft>
              <a:buSzPts val="1400"/>
              <a:buNone/>
              <a:defRPr sz="1400">
                <a:solidFill>
                  <a:schemeClr val="lt1"/>
                </a:solidFill>
              </a:defRPr>
            </a:lvl7pPr>
            <a:lvl8pPr lvl="7" algn="ctr">
              <a:lnSpc>
                <a:spcPct val="100000"/>
              </a:lnSpc>
              <a:spcBef>
                <a:spcPts val="0"/>
              </a:spcBef>
              <a:spcAft>
                <a:spcPts val="0"/>
              </a:spcAft>
              <a:buSzPts val="1400"/>
              <a:buNone/>
              <a:defRPr sz="1400">
                <a:solidFill>
                  <a:schemeClr val="lt1"/>
                </a:solidFill>
              </a:defRPr>
            </a:lvl8pPr>
            <a:lvl9pPr lvl="8" algn="ctr">
              <a:lnSpc>
                <a:spcPct val="100000"/>
              </a:lnSpc>
              <a:spcBef>
                <a:spcPts val="0"/>
              </a:spcBef>
              <a:spcAft>
                <a:spcPts val="0"/>
              </a:spcAft>
              <a:buSzPts val="1400"/>
              <a:buNone/>
              <a:defRPr sz="1400">
                <a:solidFill>
                  <a:schemeClr val="lt1"/>
                </a:solidFill>
              </a:defRPr>
            </a:lvl9pPr>
          </a:lstStyle>
          <a:p/>
        </p:txBody>
      </p:sp>
      <p:sp>
        <p:nvSpPr>
          <p:cNvPr id="116" name="Google Shape;116;p45"/>
          <p:cNvSpPr txBox="1"/>
          <p:nvPr>
            <p:ph idx="3" type="subTitle"/>
          </p:nvPr>
        </p:nvSpPr>
        <p:spPr>
          <a:xfrm>
            <a:off x="5927512" y="1605238"/>
            <a:ext cx="2061000" cy="484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solidFill>
                  <a:schemeClr val="lt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9pPr>
          </a:lstStyle>
          <a:p/>
        </p:txBody>
      </p:sp>
      <p:sp>
        <p:nvSpPr>
          <p:cNvPr id="117" name="Google Shape;117;p45"/>
          <p:cNvSpPr txBox="1"/>
          <p:nvPr>
            <p:ph idx="4" type="subTitle"/>
          </p:nvPr>
        </p:nvSpPr>
        <p:spPr>
          <a:xfrm>
            <a:off x="5927638" y="3381250"/>
            <a:ext cx="2061300" cy="567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400">
                <a:solidFill>
                  <a:schemeClr val="lt1"/>
                </a:solidFill>
              </a:defRPr>
            </a:lvl1pPr>
            <a:lvl2pPr lvl="1" algn="ctr">
              <a:lnSpc>
                <a:spcPct val="100000"/>
              </a:lnSpc>
              <a:spcBef>
                <a:spcPts val="0"/>
              </a:spcBef>
              <a:spcAft>
                <a:spcPts val="0"/>
              </a:spcAft>
              <a:buSzPts val="1400"/>
              <a:buNone/>
              <a:defRPr sz="1400">
                <a:solidFill>
                  <a:schemeClr val="lt1"/>
                </a:solidFill>
              </a:defRPr>
            </a:lvl2pPr>
            <a:lvl3pPr lvl="2" algn="ctr">
              <a:lnSpc>
                <a:spcPct val="100000"/>
              </a:lnSpc>
              <a:spcBef>
                <a:spcPts val="0"/>
              </a:spcBef>
              <a:spcAft>
                <a:spcPts val="0"/>
              </a:spcAft>
              <a:buSzPts val="1400"/>
              <a:buNone/>
              <a:defRPr sz="1400">
                <a:solidFill>
                  <a:schemeClr val="lt1"/>
                </a:solidFill>
              </a:defRPr>
            </a:lvl3pPr>
            <a:lvl4pPr lvl="3" algn="ctr">
              <a:lnSpc>
                <a:spcPct val="100000"/>
              </a:lnSpc>
              <a:spcBef>
                <a:spcPts val="0"/>
              </a:spcBef>
              <a:spcAft>
                <a:spcPts val="0"/>
              </a:spcAft>
              <a:buSzPts val="1400"/>
              <a:buNone/>
              <a:defRPr sz="1400">
                <a:solidFill>
                  <a:schemeClr val="lt1"/>
                </a:solidFill>
              </a:defRPr>
            </a:lvl4pPr>
            <a:lvl5pPr lvl="4" algn="ctr">
              <a:lnSpc>
                <a:spcPct val="100000"/>
              </a:lnSpc>
              <a:spcBef>
                <a:spcPts val="0"/>
              </a:spcBef>
              <a:spcAft>
                <a:spcPts val="0"/>
              </a:spcAft>
              <a:buSzPts val="1400"/>
              <a:buNone/>
              <a:defRPr sz="1400">
                <a:solidFill>
                  <a:schemeClr val="lt1"/>
                </a:solidFill>
              </a:defRPr>
            </a:lvl5pPr>
            <a:lvl6pPr lvl="5" algn="ctr">
              <a:lnSpc>
                <a:spcPct val="100000"/>
              </a:lnSpc>
              <a:spcBef>
                <a:spcPts val="0"/>
              </a:spcBef>
              <a:spcAft>
                <a:spcPts val="0"/>
              </a:spcAft>
              <a:buSzPts val="1400"/>
              <a:buNone/>
              <a:defRPr sz="1400">
                <a:solidFill>
                  <a:schemeClr val="lt1"/>
                </a:solidFill>
              </a:defRPr>
            </a:lvl6pPr>
            <a:lvl7pPr lvl="6" algn="ctr">
              <a:lnSpc>
                <a:spcPct val="100000"/>
              </a:lnSpc>
              <a:spcBef>
                <a:spcPts val="0"/>
              </a:spcBef>
              <a:spcAft>
                <a:spcPts val="0"/>
              </a:spcAft>
              <a:buSzPts val="1400"/>
              <a:buNone/>
              <a:defRPr sz="1400">
                <a:solidFill>
                  <a:schemeClr val="lt1"/>
                </a:solidFill>
              </a:defRPr>
            </a:lvl7pPr>
            <a:lvl8pPr lvl="7" algn="ctr">
              <a:lnSpc>
                <a:spcPct val="100000"/>
              </a:lnSpc>
              <a:spcBef>
                <a:spcPts val="0"/>
              </a:spcBef>
              <a:spcAft>
                <a:spcPts val="0"/>
              </a:spcAft>
              <a:buSzPts val="1400"/>
              <a:buNone/>
              <a:defRPr sz="1400">
                <a:solidFill>
                  <a:schemeClr val="lt1"/>
                </a:solidFill>
              </a:defRPr>
            </a:lvl8pPr>
            <a:lvl9pPr lvl="8" algn="ctr">
              <a:lnSpc>
                <a:spcPct val="100000"/>
              </a:lnSpc>
              <a:spcBef>
                <a:spcPts val="0"/>
              </a:spcBef>
              <a:spcAft>
                <a:spcPts val="0"/>
              </a:spcAft>
              <a:buSzPts val="1400"/>
              <a:buNone/>
              <a:defRPr sz="1400">
                <a:solidFill>
                  <a:schemeClr val="lt1"/>
                </a:solidFill>
              </a:defRPr>
            </a:lvl9pPr>
          </a:lstStyle>
          <a:p/>
        </p:txBody>
      </p:sp>
      <p:sp>
        <p:nvSpPr>
          <p:cNvPr id="118" name="Google Shape;118;p45"/>
          <p:cNvSpPr txBox="1"/>
          <p:nvPr>
            <p:ph idx="5" type="subTitle"/>
          </p:nvPr>
        </p:nvSpPr>
        <p:spPr>
          <a:xfrm>
            <a:off x="5927100" y="3027600"/>
            <a:ext cx="2061600" cy="484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solidFill>
                  <a:schemeClr val="lt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9pPr>
          </a:lstStyle>
          <a:p/>
        </p:txBody>
      </p:sp>
      <p:sp>
        <p:nvSpPr>
          <p:cNvPr id="119" name="Google Shape;119;p45"/>
          <p:cNvSpPr txBox="1"/>
          <p:nvPr>
            <p:ph idx="6" type="subTitle"/>
          </p:nvPr>
        </p:nvSpPr>
        <p:spPr>
          <a:xfrm>
            <a:off x="5927780" y="1961863"/>
            <a:ext cx="2061300" cy="567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400">
                <a:solidFill>
                  <a:schemeClr val="lt1"/>
                </a:solidFill>
              </a:defRPr>
            </a:lvl1pPr>
            <a:lvl2pPr lvl="1" algn="ctr">
              <a:lnSpc>
                <a:spcPct val="100000"/>
              </a:lnSpc>
              <a:spcBef>
                <a:spcPts val="0"/>
              </a:spcBef>
              <a:spcAft>
                <a:spcPts val="0"/>
              </a:spcAft>
              <a:buSzPts val="1400"/>
              <a:buNone/>
              <a:defRPr sz="1400">
                <a:solidFill>
                  <a:schemeClr val="lt1"/>
                </a:solidFill>
              </a:defRPr>
            </a:lvl2pPr>
            <a:lvl3pPr lvl="2" algn="ctr">
              <a:lnSpc>
                <a:spcPct val="100000"/>
              </a:lnSpc>
              <a:spcBef>
                <a:spcPts val="0"/>
              </a:spcBef>
              <a:spcAft>
                <a:spcPts val="0"/>
              </a:spcAft>
              <a:buSzPts val="1400"/>
              <a:buNone/>
              <a:defRPr sz="1400">
                <a:solidFill>
                  <a:schemeClr val="lt1"/>
                </a:solidFill>
              </a:defRPr>
            </a:lvl3pPr>
            <a:lvl4pPr lvl="3" algn="ctr">
              <a:lnSpc>
                <a:spcPct val="100000"/>
              </a:lnSpc>
              <a:spcBef>
                <a:spcPts val="0"/>
              </a:spcBef>
              <a:spcAft>
                <a:spcPts val="0"/>
              </a:spcAft>
              <a:buSzPts val="1400"/>
              <a:buNone/>
              <a:defRPr sz="1400">
                <a:solidFill>
                  <a:schemeClr val="lt1"/>
                </a:solidFill>
              </a:defRPr>
            </a:lvl4pPr>
            <a:lvl5pPr lvl="4" algn="ctr">
              <a:lnSpc>
                <a:spcPct val="100000"/>
              </a:lnSpc>
              <a:spcBef>
                <a:spcPts val="0"/>
              </a:spcBef>
              <a:spcAft>
                <a:spcPts val="0"/>
              </a:spcAft>
              <a:buSzPts val="1400"/>
              <a:buNone/>
              <a:defRPr sz="1400">
                <a:solidFill>
                  <a:schemeClr val="lt1"/>
                </a:solidFill>
              </a:defRPr>
            </a:lvl5pPr>
            <a:lvl6pPr lvl="5" algn="ctr">
              <a:lnSpc>
                <a:spcPct val="100000"/>
              </a:lnSpc>
              <a:spcBef>
                <a:spcPts val="0"/>
              </a:spcBef>
              <a:spcAft>
                <a:spcPts val="0"/>
              </a:spcAft>
              <a:buSzPts val="1400"/>
              <a:buNone/>
              <a:defRPr sz="1400">
                <a:solidFill>
                  <a:schemeClr val="lt1"/>
                </a:solidFill>
              </a:defRPr>
            </a:lvl6pPr>
            <a:lvl7pPr lvl="6" algn="ctr">
              <a:lnSpc>
                <a:spcPct val="100000"/>
              </a:lnSpc>
              <a:spcBef>
                <a:spcPts val="0"/>
              </a:spcBef>
              <a:spcAft>
                <a:spcPts val="0"/>
              </a:spcAft>
              <a:buSzPts val="1400"/>
              <a:buNone/>
              <a:defRPr sz="1400">
                <a:solidFill>
                  <a:schemeClr val="lt1"/>
                </a:solidFill>
              </a:defRPr>
            </a:lvl7pPr>
            <a:lvl8pPr lvl="7" algn="ctr">
              <a:lnSpc>
                <a:spcPct val="100000"/>
              </a:lnSpc>
              <a:spcBef>
                <a:spcPts val="0"/>
              </a:spcBef>
              <a:spcAft>
                <a:spcPts val="0"/>
              </a:spcAft>
              <a:buSzPts val="1400"/>
              <a:buNone/>
              <a:defRPr sz="1400">
                <a:solidFill>
                  <a:schemeClr val="lt1"/>
                </a:solidFill>
              </a:defRPr>
            </a:lvl8pPr>
            <a:lvl9pPr lvl="8" algn="ctr">
              <a:lnSpc>
                <a:spcPct val="100000"/>
              </a:lnSpc>
              <a:spcBef>
                <a:spcPts val="0"/>
              </a:spcBef>
              <a:spcAft>
                <a:spcPts val="0"/>
              </a:spcAft>
              <a:buSzPts val="1400"/>
              <a:buNone/>
              <a:defRPr sz="1400">
                <a:solidFill>
                  <a:schemeClr val="lt1"/>
                </a:solidFill>
              </a:defRPr>
            </a:lvl9pPr>
          </a:lstStyle>
          <a:p/>
        </p:txBody>
      </p:sp>
      <p:sp>
        <p:nvSpPr>
          <p:cNvPr id="120" name="Google Shape;120;p45"/>
          <p:cNvSpPr txBox="1"/>
          <p:nvPr>
            <p:ph idx="7" type="subTitle"/>
          </p:nvPr>
        </p:nvSpPr>
        <p:spPr>
          <a:xfrm>
            <a:off x="3879963" y="1607188"/>
            <a:ext cx="2043000" cy="480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solidFill>
                  <a:schemeClr val="lt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9pPr>
          </a:lstStyle>
          <a:p/>
        </p:txBody>
      </p:sp>
      <p:sp>
        <p:nvSpPr>
          <p:cNvPr id="121" name="Google Shape;121;p45"/>
          <p:cNvSpPr txBox="1"/>
          <p:nvPr>
            <p:ph idx="8" type="subTitle"/>
          </p:nvPr>
        </p:nvSpPr>
        <p:spPr>
          <a:xfrm>
            <a:off x="3888688" y="1959913"/>
            <a:ext cx="2043000" cy="567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400">
                <a:solidFill>
                  <a:schemeClr val="lt1"/>
                </a:solidFill>
              </a:defRPr>
            </a:lvl1pPr>
            <a:lvl2pPr lvl="1" algn="ctr">
              <a:lnSpc>
                <a:spcPct val="100000"/>
              </a:lnSpc>
              <a:spcBef>
                <a:spcPts val="0"/>
              </a:spcBef>
              <a:spcAft>
                <a:spcPts val="0"/>
              </a:spcAft>
              <a:buSzPts val="1400"/>
              <a:buNone/>
              <a:defRPr sz="1400">
                <a:solidFill>
                  <a:schemeClr val="lt1"/>
                </a:solidFill>
              </a:defRPr>
            </a:lvl2pPr>
            <a:lvl3pPr lvl="2" algn="ctr">
              <a:lnSpc>
                <a:spcPct val="100000"/>
              </a:lnSpc>
              <a:spcBef>
                <a:spcPts val="0"/>
              </a:spcBef>
              <a:spcAft>
                <a:spcPts val="0"/>
              </a:spcAft>
              <a:buSzPts val="1400"/>
              <a:buNone/>
              <a:defRPr sz="1400">
                <a:solidFill>
                  <a:schemeClr val="lt1"/>
                </a:solidFill>
              </a:defRPr>
            </a:lvl3pPr>
            <a:lvl4pPr lvl="3" algn="ctr">
              <a:lnSpc>
                <a:spcPct val="100000"/>
              </a:lnSpc>
              <a:spcBef>
                <a:spcPts val="0"/>
              </a:spcBef>
              <a:spcAft>
                <a:spcPts val="0"/>
              </a:spcAft>
              <a:buSzPts val="1400"/>
              <a:buNone/>
              <a:defRPr sz="1400">
                <a:solidFill>
                  <a:schemeClr val="lt1"/>
                </a:solidFill>
              </a:defRPr>
            </a:lvl4pPr>
            <a:lvl5pPr lvl="4" algn="ctr">
              <a:lnSpc>
                <a:spcPct val="100000"/>
              </a:lnSpc>
              <a:spcBef>
                <a:spcPts val="0"/>
              </a:spcBef>
              <a:spcAft>
                <a:spcPts val="0"/>
              </a:spcAft>
              <a:buSzPts val="1400"/>
              <a:buNone/>
              <a:defRPr sz="1400">
                <a:solidFill>
                  <a:schemeClr val="lt1"/>
                </a:solidFill>
              </a:defRPr>
            </a:lvl5pPr>
            <a:lvl6pPr lvl="5" algn="ctr">
              <a:lnSpc>
                <a:spcPct val="100000"/>
              </a:lnSpc>
              <a:spcBef>
                <a:spcPts val="0"/>
              </a:spcBef>
              <a:spcAft>
                <a:spcPts val="0"/>
              </a:spcAft>
              <a:buSzPts val="1400"/>
              <a:buNone/>
              <a:defRPr sz="1400">
                <a:solidFill>
                  <a:schemeClr val="lt1"/>
                </a:solidFill>
              </a:defRPr>
            </a:lvl6pPr>
            <a:lvl7pPr lvl="6" algn="ctr">
              <a:lnSpc>
                <a:spcPct val="100000"/>
              </a:lnSpc>
              <a:spcBef>
                <a:spcPts val="0"/>
              </a:spcBef>
              <a:spcAft>
                <a:spcPts val="0"/>
              </a:spcAft>
              <a:buSzPts val="1400"/>
              <a:buNone/>
              <a:defRPr sz="1400">
                <a:solidFill>
                  <a:schemeClr val="lt1"/>
                </a:solidFill>
              </a:defRPr>
            </a:lvl7pPr>
            <a:lvl8pPr lvl="7" algn="ctr">
              <a:lnSpc>
                <a:spcPct val="100000"/>
              </a:lnSpc>
              <a:spcBef>
                <a:spcPts val="0"/>
              </a:spcBef>
              <a:spcAft>
                <a:spcPts val="0"/>
              </a:spcAft>
              <a:buSzPts val="1400"/>
              <a:buNone/>
              <a:defRPr sz="1400">
                <a:solidFill>
                  <a:schemeClr val="lt1"/>
                </a:solidFill>
              </a:defRPr>
            </a:lvl8pPr>
            <a:lvl9pPr lvl="8" algn="ctr">
              <a:lnSpc>
                <a:spcPct val="100000"/>
              </a:lnSpc>
              <a:spcBef>
                <a:spcPts val="0"/>
              </a:spcBef>
              <a:spcAft>
                <a:spcPts val="0"/>
              </a:spcAft>
              <a:buSzPts val="1400"/>
              <a:buNone/>
              <a:defRPr sz="1400">
                <a:solidFill>
                  <a:schemeClr val="lt1"/>
                </a:solidFill>
              </a:defRPr>
            </a:lvl9pPr>
          </a:lstStyle>
          <a:p/>
        </p:txBody>
      </p:sp>
      <p:sp>
        <p:nvSpPr>
          <p:cNvPr id="122" name="Google Shape;122;p45"/>
          <p:cNvSpPr txBox="1"/>
          <p:nvPr>
            <p:ph type="title"/>
          </p:nvPr>
        </p:nvSpPr>
        <p:spPr>
          <a:xfrm>
            <a:off x="3393225" y="539500"/>
            <a:ext cx="5035800" cy="567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a:solidFill>
                  <a:schemeClr val="dk1"/>
                </a:solidFill>
                <a:latin typeface="Montserrat"/>
                <a:ea typeface="Montserrat"/>
                <a:cs typeface="Montserrat"/>
                <a:sym typeface="Montserrat"/>
              </a:defRPr>
            </a:lvl1pPr>
            <a:lvl2pPr lvl="1" algn="ctr">
              <a:lnSpc>
                <a:spcPct val="100000"/>
              </a:lnSpc>
              <a:spcBef>
                <a:spcPts val="0"/>
              </a:spcBef>
              <a:spcAft>
                <a:spcPts val="0"/>
              </a:spcAft>
              <a:buSzPts val="2800"/>
              <a:buNone/>
              <a:defRPr b="1">
                <a:solidFill>
                  <a:schemeClr val="lt1"/>
                </a:solidFill>
                <a:latin typeface="Montserrat"/>
                <a:ea typeface="Montserrat"/>
                <a:cs typeface="Montserrat"/>
                <a:sym typeface="Montserrat"/>
              </a:defRPr>
            </a:lvl2pPr>
            <a:lvl3pPr lvl="2" algn="ctr">
              <a:lnSpc>
                <a:spcPct val="100000"/>
              </a:lnSpc>
              <a:spcBef>
                <a:spcPts val="0"/>
              </a:spcBef>
              <a:spcAft>
                <a:spcPts val="0"/>
              </a:spcAft>
              <a:buSzPts val="2800"/>
              <a:buNone/>
              <a:defRPr b="1">
                <a:solidFill>
                  <a:schemeClr val="lt1"/>
                </a:solidFill>
                <a:latin typeface="Montserrat"/>
                <a:ea typeface="Montserrat"/>
                <a:cs typeface="Montserrat"/>
                <a:sym typeface="Montserrat"/>
              </a:defRPr>
            </a:lvl3pPr>
            <a:lvl4pPr lvl="3" algn="ctr">
              <a:lnSpc>
                <a:spcPct val="100000"/>
              </a:lnSpc>
              <a:spcBef>
                <a:spcPts val="0"/>
              </a:spcBef>
              <a:spcAft>
                <a:spcPts val="0"/>
              </a:spcAft>
              <a:buSzPts val="2800"/>
              <a:buNone/>
              <a:defRPr b="1">
                <a:solidFill>
                  <a:schemeClr val="lt1"/>
                </a:solidFill>
                <a:latin typeface="Montserrat"/>
                <a:ea typeface="Montserrat"/>
                <a:cs typeface="Montserrat"/>
                <a:sym typeface="Montserrat"/>
              </a:defRPr>
            </a:lvl4pPr>
            <a:lvl5pPr lvl="4" algn="ctr">
              <a:lnSpc>
                <a:spcPct val="100000"/>
              </a:lnSpc>
              <a:spcBef>
                <a:spcPts val="0"/>
              </a:spcBef>
              <a:spcAft>
                <a:spcPts val="0"/>
              </a:spcAft>
              <a:buSzPts val="2800"/>
              <a:buNone/>
              <a:defRPr b="1">
                <a:solidFill>
                  <a:schemeClr val="lt1"/>
                </a:solidFill>
                <a:latin typeface="Montserrat"/>
                <a:ea typeface="Montserrat"/>
                <a:cs typeface="Montserrat"/>
                <a:sym typeface="Montserrat"/>
              </a:defRPr>
            </a:lvl5pPr>
            <a:lvl6pPr lvl="5" algn="ctr">
              <a:lnSpc>
                <a:spcPct val="100000"/>
              </a:lnSpc>
              <a:spcBef>
                <a:spcPts val="0"/>
              </a:spcBef>
              <a:spcAft>
                <a:spcPts val="0"/>
              </a:spcAft>
              <a:buSzPts val="2800"/>
              <a:buNone/>
              <a:defRPr b="1">
                <a:solidFill>
                  <a:schemeClr val="lt1"/>
                </a:solidFill>
                <a:latin typeface="Montserrat"/>
                <a:ea typeface="Montserrat"/>
                <a:cs typeface="Montserrat"/>
                <a:sym typeface="Montserrat"/>
              </a:defRPr>
            </a:lvl6pPr>
            <a:lvl7pPr lvl="6" algn="ctr">
              <a:lnSpc>
                <a:spcPct val="100000"/>
              </a:lnSpc>
              <a:spcBef>
                <a:spcPts val="0"/>
              </a:spcBef>
              <a:spcAft>
                <a:spcPts val="0"/>
              </a:spcAft>
              <a:buSzPts val="2800"/>
              <a:buNone/>
              <a:defRPr b="1">
                <a:solidFill>
                  <a:schemeClr val="lt1"/>
                </a:solidFill>
                <a:latin typeface="Montserrat"/>
                <a:ea typeface="Montserrat"/>
                <a:cs typeface="Montserrat"/>
                <a:sym typeface="Montserrat"/>
              </a:defRPr>
            </a:lvl7pPr>
            <a:lvl8pPr lvl="7" algn="ctr">
              <a:lnSpc>
                <a:spcPct val="100000"/>
              </a:lnSpc>
              <a:spcBef>
                <a:spcPts val="0"/>
              </a:spcBef>
              <a:spcAft>
                <a:spcPts val="0"/>
              </a:spcAft>
              <a:buSzPts val="2800"/>
              <a:buNone/>
              <a:defRPr b="1">
                <a:solidFill>
                  <a:schemeClr val="lt1"/>
                </a:solidFill>
                <a:latin typeface="Montserrat"/>
                <a:ea typeface="Montserrat"/>
                <a:cs typeface="Montserrat"/>
                <a:sym typeface="Montserrat"/>
              </a:defRPr>
            </a:lvl8pPr>
            <a:lvl9pPr lvl="8" algn="ctr">
              <a:lnSpc>
                <a:spcPct val="100000"/>
              </a:lnSpc>
              <a:spcBef>
                <a:spcPts val="0"/>
              </a:spcBef>
              <a:spcAft>
                <a:spcPts val="0"/>
              </a:spcAft>
              <a:buSzPts val="2800"/>
              <a:buNone/>
              <a:defRPr b="1">
                <a:solidFill>
                  <a:schemeClr val="lt1"/>
                </a:solidFill>
                <a:latin typeface="Montserrat"/>
                <a:ea typeface="Montserrat"/>
                <a:cs typeface="Montserrat"/>
                <a:sym typeface="Montserrat"/>
              </a:defRPr>
            </a:lvl9pPr>
          </a:lstStyle>
          <a:p/>
        </p:txBody>
      </p:sp>
      <p:grpSp>
        <p:nvGrpSpPr>
          <p:cNvPr id="123" name="Google Shape;123;p45"/>
          <p:cNvGrpSpPr/>
          <p:nvPr/>
        </p:nvGrpSpPr>
        <p:grpSpPr>
          <a:xfrm>
            <a:off x="8738450" y="1961875"/>
            <a:ext cx="0" cy="3661975"/>
            <a:chOff x="397450" y="-362125"/>
            <a:chExt cx="0" cy="3661975"/>
          </a:xfrm>
        </p:grpSpPr>
        <p:cxnSp>
          <p:nvCxnSpPr>
            <p:cNvPr id="124" name="Google Shape;124;p45"/>
            <p:cNvCxnSpPr/>
            <p:nvPr/>
          </p:nvCxnSpPr>
          <p:spPr>
            <a:xfrm rot="10800000">
              <a:off x="397450" y="537450"/>
              <a:ext cx="0" cy="2762400"/>
            </a:xfrm>
            <a:prstGeom prst="straightConnector1">
              <a:avLst/>
            </a:prstGeom>
            <a:noFill/>
            <a:ln cap="flat" cmpd="sng" w="19050">
              <a:solidFill>
                <a:schemeClr val="accent1"/>
              </a:solidFill>
              <a:prstDash val="solid"/>
              <a:round/>
              <a:headEnd len="sm" w="sm" type="none"/>
              <a:tailEnd len="sm" w="sm" type="none"/>
            </a:ln>
          </p:spPr>
        </p:cxnSp>
        <p:cxnSp>
          <p:nvCxnSpPr>
            <p:cNvPr id="125" name="Google Shape;125;p45"/>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AND_BODY_1">
    <p:bg>
      <p:bgPr>
        <a:solidFill>
          <a:schemeClr val="accent1"/>
        </a:solidFill>
      </p:bgPr>
    </p:bg>
    <p:spTree>
      <p:nvGrpSpPr>
        <p:cNvPr id="126" name="Shape 126"/>
        <p:cNvGrpSpPr/>
        <p:nvPr/>
      </p:nvGrpSpPr>
      <p:grpSpPr>
        <a:xfrm>
          <a:off x="0" y="0"/>
          <a:ext cx="0" cy="0"/>
          <a:chOff x="0" y="0"/>
          <a:chExt cx="0" cy="0"/>
        </a:xfrm>
      </p:grpSpPr>
      <p:sp>
        <p:nvSpPr>
          <p:cNvPr id="127" name="Google Shape;127;p46"/>
          <p:cNvSpPr/>
          <p:nvPr/>
        </p:nvSpPr>
        <p:spPr>
          <a:xfrm>
            <a:off x="1589400" y="0"/>
            <a:ext cx="7079700" cy="5143500"/>
          </a:xfrm>
          <a:prstGeom prst="parallelogram">
            <a:avLst>
              <a:gd fmla="val 25000" name="adj"/>
            </a:avLst>
          </a:prstGeom>
          <a:solidFill>
            <a:schemeClr val="accent1"/>
          </a:solidFill>
          <a:ln>
            <a:noFill/>
          </a:ln>
          <a:effectLst>
            <a:outerShdw blurRad="71438" rotWithShape="0" algn="bl" dir="9720000" dist="85725">
              <a:srgbClr val="000000">
                <a:alpha val="2470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6"/>
          <p:cNvSpPr txBox="1"/>
          <p:nvPr>
            <p:ph idx="1" type="subTitle"/>
          </p:nvPr>
        </p:nvSpPr>
        <p:spPr>
          <a:xfrm>
            <a:off x="2699400" y="1409257"/>
            <a:ext cx="3745200" cy="12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solidFill>
                  <a:schemeClr val="dk1"/>
                </a:solidFill>
              </a:defRPr>
            </a:lvl1pPr>
            <a:lvl2pPr lvl="1" algn="ctr">
              <a:lnSpc>
                <a:spcPct val="100000"/>
              </a:lnSpc>
              <a:spcBef>
                <a:spcPts val="0"/>
              </a:spcBef>
              <a:spcAft>
                <a:spcPts val="0"/>
              </a:spcAft>
              <a:buSzPts val="1400"/>
              <a:buNone/>
              <a:defRPr sz="1400">
                <a:solidFill>
                  <a:schemeClr val="dk1"/>
                </a:solidFill>
              </a:defRPr>
            </a:lvl2pPr>
            <a:lvl3pPr lvl="2" algn="ctr">
              <a:lnSpc>
                <a:spcPct val="100000"/>
              </a:lnSpc>
              <a:spcBef>
                <a:spcPts val="0"/>
              </a:spcBef>
              <a:spcAft>
                <a:spcPts val="0"/>
              </a:spcAft>
              <a:buSzPts val="1400"/>
              <a:buNone/>
              <a:defRPr sz="1400">
                <a:solidFill>
                  <a:schemeClr val="dk1"/>
                </a:solidFill>
              </a:defRPr>
            </a:lvl3pPr>
            <a:lvl4pPr lvl="3" algn="ctr">
              <a:lnSpc>
                <a:spcPct val="100000"/>
              </a:lnSpc>
              <a:spcBef>
                <a:spcPts val="0"/>
              </a:spcBef>
              <a:spcAft>
                <a:spcPts val="0"/>
              </a:spcAft>
              <a:buSzPts val="1400"/>
              <a:buNone/>
              <a:defRPr sz="1400">
                <a:solidFill>
                  <a:schemeClr val="dk1"/>
                </a:solidFill>
              </a:defRPr>
            </a:lvl4pPr>
            <a:lvl5pPr lvl="4" algn="ctr">
              <a:lnSpc>
                <a:spcPct val="100000"/>
              </a:lnSpc>
              <a:spcBef>
                <a:spcPts val="0"/>
              </a:spcBef>
              <a:spcAft>
                <a:spcPts val="0"/>
              </a:spcAft>
              <a:buSzPts val="1400"/>
              <a:buNone/>
              <a:defRPr sz="1400">
                <a:solidFill>
                  <a:schemeClr val="dk1"/>
                </a:solidFill>
              </a:defRPr>
            </a:lvl5pPr>
            <a:lvl6pPr lvl="5" algn="ctr">
              <a:lnSpc>
                <a:spcPct val="100000"/>
              </a:lnSpc>
              <a:spcBef>
                <a:spcPts val="0"/>
              </a:spcBef>
              <a:spcAft>
                <a:spcPts val="0"/>
              </a:spcAft>
              <a:buSzPts val="1400"/>
              <a:buNone/>
              <a:defRPr sz="1400">
                <a:solidFill>
                  <a:schemeClr val="dk1"/>
                </a:solidFill>
              </a:defRPr>
            </a:lvl6pPr>
            <a:lvl7pPr lvl="6" algn="ctr">
              <a:lnSpc>
                <a:spcPct val="100000"/>
              </a:lnSpc>
              <a:spcBef>
                <a:spcPts val="0"/>
              </a:spcBef>
              <a:spcAft>
                <a:spcPts val="0"/>
              </a:spcAft>
              <a:buSzPts val="1400"/>
              <a:buNone/>
              <a:defRPr sz="1400">
                <a:solidFill>
                  <a:schemeClr val="dk1"/>
                </a:solidFill>
              </a:defRPr>
            </a:lvl7pPr>
            <a:lvl8pPr lvl="7" algn="ctr">
              <a:lnSpc>
                <a:spcPct val="100000"/>
              </a:lnSpc>
              <a:spcBef>
                <a:spcPts val="0"/>
              </a:spcBef>
              <a:spcAft>
                <a:spcPts val="0"/>
              </a:spcAft>
              <a:buSzPts val="1400"/>
              <a:buNone/>
              <a:defRPr sz="1400">
                <a:solidFill>
                  <a:schemeClr val="dk1"/>
                </a:solidFill>
              </a:defRPr>
            </a:lvl8pPr>
            <a:lvl9pPr lvl="8" algn="ctr">
              <a:lnSpc>
                <a:spcPct val="100000"/>
              </a:lnSpc>
              <a:spcBef>
                <a:spcPts val="0"/>
              </a:spcBef>
              <a:spcAft>
                <a:spcPts val="0"/>
              </a:spcAft>
              <a:buSzPts val="1400"/>
              <a:buNone/>
              <a:defRPr sz="1400">
                <a:solidFill>
                  <a:schemeClr val="dk1"/>
                </a:solidFill>
              </a:defRPr>
            </a:lvl9pPr>
          </a:lstStyle>
          <a:p/>
        </p:txBody>
      </p:sp>
      <p:sp>
        <p:nvSpPr>
          <p:cNvPr id="129" name="Google Shape;129;p46"/>
          <p:cNvSpPr txBox="1"/>
          <p:nvPr>
            <p:ph type="title"/>
          </p:nvPr>
        </p:nvSpPr>
        <p:spPr>
          <a:xfrm>
            <a:off x="2699400" y="537213"/>
            <a:ext cx="3745200" cy="120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000"/>
              <a:buFont typeface="Montserrat"/>
              <a:buNone/>
              <a:defRPr b="1" sz="5500">
                <a:solidFill>
                  <a:schemeClr val="lt1"/>
                </a:solidFill>
                <a:latin typeface="Montserrat"/>
                <a:ea typeface="Montserrat"/>
                <a:cs typeface="Montserrat"/>
                <a:sym typeface="Montserrat"/>
              </a:defRPr>
            </a:lvl1pPr>
            <a:lvl2pPr lvl="1" algn="l">
              <a:lnSpc>
                <a:spcPct val="100000"/>
              </a:lnSpc>
              <a:spcBef>
                <a:spcPts val="0"/>
              </a:spcBef>
              <a:spcAft>
                <a:spcPts val="0"/>
              </a:spcAft>
              <a:buSzPts val="5000"/>
              <a:buFont typeface="Montserrat"/>
              <a:buNone/>
              <a:defRPr b="1" sz="5000">
                <a:latin typeface="Montserrat"/>
                <a:ea typeface="Montserrat"/>
                <a:cs typeface="Montserrat"/>
                <a:sym typeface="Montserrat"/>
              </a:defRPr>
            </a:lvl2pPr>
            <a:lvl3pPr lvl="2" algn="l">
              <a:lnSpc>
                <a:spcPct val="100000"/>
              </a:lnSpc>
              <a:spcBef>
                <a:spcPts val="0"/>
              </a:spcBef>
              <a:spcAft>
                <a:spcPts val="0"/>
              </a:spcAft>
              <a:buSzPts val="5000"/>
              <a:buFont typeface="Montserrat"/>
              <a:buNone/>
              <a:defRPr b="1" sz="5000">
                <a:latin typeface="Montserrat"/>
                <a:ea typeface="Montserrat"/>
                <a:cs typeface="Montserrat"/>
                <a:sym typeface="Montserrat"/>
              </a:defRPr>
            </a:lvl3pPr>
            <a:lvl4pPr lvl="3" algn="l">
              <a:lnSpc>
                <a:spcPct val="100000"/>
              </a:lnSpc>
              <a:spcBef>
                <a:spcPts val="0"/>
              </a:spcBef>
              <a:spcAft>
                <a:spcPts val="0"/>
              </a:spcAft>
              <a:buSzPts val="5000"/>
              <a:buFont typeface="Montserrat"/>
              <a:buNone/>
              <a:defRPr b="1" sz="5000">
                <a:latin typeface="Montserrat"/>
                <a:ea typeface="Montserrat"/>
                <a:cs typeface="Montserrat"/>
                <a:sym typeface="Montserrat"/>
              </a:defRPr>
            </a:lvl4pPr>
            <a:lvl5pPr lvl="4" algn="l">
              <a:lnSpc>
                <a:spcPct val="100000"/>
              </a:lnSpc>
              <a:spcBef>
                <a:spcPts val="0"/>
              </a:spcBef>
              <a:spcAft>
                <a:spcPts val="0"/>
              </a:spcAft>
              <a:buSzPts val="5000"/>
              <a:buFont typeface="Montserrat"/>
              <a:buNone/>
              <a:defRPr b="1" sz="5000">
                <a:latin typeface="Montserrat"/>
                <a:ea typeface="Montserrat"/>
                <a:cs typeface="Montserrat"/>
                <a:sym typeface="Montserrat"/>
              </a:defRPr>
            </a:lvl5pPr>
            <a:lvl6pPr lvl="5" algn="l">
              <a:lnSpc>
                <a:spcPct val="100000"/>
              </a:lnSpc>
              <a:spcBef>
                <a:spcPts val="0"/>
              </a:spcBef>
              <a:spcAft>
                <a:spcPts val="0"/>
              </a:spcAft>
              <a:buSzPts val="5000"/>
              <a:buFont typeface="Montserrat"/>
              <a:buNone/>
              <a:defRPr b="1" sz="5000">
                <a:latin typeface="Montserrat"/>
                <a:ea typeface="Montserrat"/>
                <a:cs typeface="Montserrat"/>
                <a:sym typeface="Montserrat"/>
              </a:defRPr>
            </a:lvl6pPr>
            <a:lvl7pPr lvl="6" algn="l">
              <a:lnSpc>
                <a:spcPct val="100000"/>
              </a:lnSpc>
              <a:spcBef>
                <a:spcPts val="0"/>
              </a:spcBef>
              <a:spcAft>
                <a:spcPts val="0"/>
              </a:spcAft>
              <a:buSzPts val="5000"/>
              <a:buFont typeface="Montserrat"/>
              <a:buNone/>
              <a:defRPr b="1" sz="5000">
                <a:latin typeface="Montserrat"/>
                <a:ea typeface="Montserrat"/>
                <a:cs typeface="Montserrat"/>
                <a:sym typeface="Montserrat"/>
              </a:defRPr>
            </a:lvl7pPr>
            <a:lvl8pPr lvl="7" algn="l">
              <a:lnSpc>
                <a:spcPct val="100000"/>
              </a:lnSpc>
              <a:spcBef>
                <a:spcPts val="0"/>
              </a:spcBef>
              <a:spcAft>
                <a:spcPts val="0"/>
              </a:spcAft>
              <a:buSzPts val="5000"/>
              <a:buFont typeface="Montserrat"/>
              <a:buNone/>
              <a:defRPr b="1" sz="5000">
                <a:latin typeface="Montserrat"/>
                <a:ea typeface="Montserrat"/>
                <a:cs typeface="Montserrat"/>
                <a:sym typeface="Montserrat"/>
              </a:defRPr>
            </a:lvl8pPr>
            <a:lvl9pPr lvl="8" algn="l">
              <a:lnSpc>
                <a:spcPct val="100000"/>
              </a:lnSpc>
              <a:spcBef>
                <a:spcPts val="0"/>
              </a:spcBef>
              <a:spcAft>
                <a:spcPts val="0"/>
              </a:spcAft>
              <a:buSzPts val="5000"/>
              <a:buFont typeface="Montserrat"/>
              <a:buNone/>
              <a:defRPr b="1" sz="5000">
                <a:latin typeface="Montserrat"/>
                <a:ea typeface="Montserrat"/>
                <a:cs typeface="Montserrat"/>
                <a:sym typeface="Montserrat"/>
              </a:defRPr>
            </a:lvl9pPr>
          </a:lstStyle>
          <a:p/>
        </p:txBody>
      </p:sp>
      <p:sp>
        <p:nvSpPr>
          <p:cNvPr id="130" name="Google Shape;130;p46"/>
          <p:cNvSpPr/>
          <p:nvPr/>
        </p:nvSpPr>
        <p:spPr>
          <a:xfrm>
            <a:off x="2030025" y="2744900"/>
            <a:ext cx="7273500" cy="6276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46"/>
          <p:cNvSpPr txBox="1"/>
          <p:nvPr/>
        </p:nvSpPr>
        <p:spPr>
          <a:xfrm>
            <a:off x="2711400" y="3442828"/>
            <a:ext cx="3721200" cy="67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000"/>
              <a:buFont typeface="Arial"/>
              <a:buNone/>
            </a:pPr>
            <a:r>
              <a:rPr b="0" i="0" lang="fr" sz="1000" u="none" cap="none" strike="noStrike">
                <a:solidFill>
                  <a:schemeClr val="lt1"/>
                </a:solidFill>
                <a:latin typeface="Raleway"/>
                <a:ea typeface="Raleway"/>
                <a:cs typeface="Raleway"/>
                <a:sym typeface="Raleway"/>
              </a:rPr>
              <a:t>CRÉDITS: Ce modèle de présentation a été créé par </a:t>
            </a:r>
            <a:r>
              <a:rPr b="0" i="0" lang="fr" sz="1000" u="none" cap="none" strike="noStrike">
                <a:solidFill>
                  <a:schemeClr val="lt1"/>
                </a:solidFill>
                <a:uFill>
                  <a:noFill/>
                </a:uFill>
                <a:latin typeface="Raleway"/>
                <a:ea typeface="Raleway"/>
                <a:cs typeface="Raleway"/>
                <a:sym typeface="Raleway"/>
                <a:hlinkClick r:id="rId2">
                  <a:extLst>
                    <a:ext uri="{A12FA001-AC4F-418D-AE19-62706E023703}">
                      <ahyp:hlinkClr val="tx"/>
                    </a:ext>
                  </a:extLst>
                </a:hlinkClick>
              </a:rPr>
              <a:t>Slidesgo</a:t>
            </a:r>
            <a:r>
              <a:rPr b="0" i="0" lang="fr" sz="1000" u="none" cap="none" strike="noStrike">
                <a:solidFill>
                  <a:schemeClr val="lt1"/>
                </a:solidFill>
                <a:latin typeface="Raleway"/>
                <a:ea typeface="Raleway"/>
                <a:cs typeface="Raleway"/>
                <a:sym typeface="Raleway"/>
              </a:rPr>
              <a:t>, comprenant des icônes de </a:t>
            </a:r>
            <a:r>
              <a:rPr b="0" i="0" lang="fr" sz="1000" u="none" cap="none" strike="noStrike">
                <a:solidFill>
                  <a:schemeClr val="lt1"/>
                </a:solidFill>
                <a:uFill>
                  <a:noFill/>
                </a:uFill>
                <a:latin typeface="Raleway"/>
                <a:ea typeface="Raleway"/>
                <a:cs typeface="Raleway"/>
                <a:sym typeface="Raleway"/>
                <a:hlinkClick r:id="rId3">
                  <a:extLst>
                    <a:ext uri="{A12FA001-AC4F-418D-AE19-62706E023703}">
                      <ahyp:hlinkClr val="tx"/>
                    </a:ext>
                  </a:extLst>
                </a:hlinkClick>
              </a:rPr>
              <a:t>Flaticon</a:t>
            </a:r>
            <a:r>
              <a:rPr b="0" i="0" lang="fr" sz="1000" u="none" cap="none" strike="noStrike">
                <a:solidFill>
                  <a:schemeClr val="lt1"/>
                </a:solidFill>
                <a:latin typeface="Raleway"/>
                <a:ea typeface="Raleway"/>
                <a:cs typeface="Raleway"/>
                <a:sym typeface="Raleway"/>
              </a:rPr>
              <a:t>, des infographies et des images de </a:t>
            </a:r>
            <a:r>
              <a:rPr b="0" i="0" lang="fr" sz="1000" u="none" cap="none" strike="noStrike">
                <a:solidFill>
                  <a:schemeClr val="lt1"/>
                </a:solidFill>
                <a:uFill>
                  <a:noFill/>
                </a:uFill>
                <a:latin typeface="Raleway"/>
                <a:ea typeface="Raleway"/>
                <a:cs typeface="Raleway"/>
                <a:sym typeface="Raleway"/>
                <a:hlinkClick r:id="rId4">
                  <a:extLst>
                    <a:ext uri="{A12FA001-AC4F-418D-AE19-62706E023703}">
                      <ahyp:hlinkClr val="tx"/>
                    </a:ext>
                  </a:extLst>
                </a:hlinkClick>
              </a:rPr>
              <a:t>Freepik</a:t>
            </a:r>
            <a:endParaRPr b="0" i="0" sz="1000" u="none" cap="none" strike="noStrike">
              <a:solidFill>
                <a:schemeClr val="lt1"/>
              </a:solidFill>
              <a:latin typeface="Raleway"/>
              <a:ea typeface="Raleway"/>
              <a:cs typeface="Raleway"/>
              <a:sym typeface="Raleway"/>
            </a:endParaRPr>
          </a:p>
        </p:txBody>
      </p:sp>
    </p:spTree>
  </p:cSld>
  <p:clrMapOvr>
    <a:masterClrMapping/>
  </p:clrMapOvr>
  <p:extLst>
    <p:ext uri="{DCECCB84-F9BA-43D5-87BE-67443E8EF086}">
      <p15:sldGuideLst>
        <p15:guide id="1" pos="1386">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3">
    <p:spTree>
      <p:nvGrpSpPr>
        <p:cNvPr id="132" name="Shape 132"/>
        <p:cNvGrpSpPr/>
        <p:nvPr/>
      </p:nvGrpSpPr>
      <p:grpSpPr>
        <a:xfrm>
          <a:off x="0" y="0"/>
          <a:ext cx="0" cy="0"/>
          <a:chOff x="0" y="0"/>
          <a:chExt cx="0" cy="0"/>
        </a:xfrm>
      </p:grpSpPr>
      <p:sp>
        <p:nvSpPr>
          <p:cNvPr id="133" name="Google Shape;133;p47"/>
          <p:cNvSpPr txBox="1"/>
          <p:nvPr>
            <p:ph type="title"/>
          </p:nvPr>
        </p:nvSpPr>
        <p:spPr>
          <a:xfrm>
            <a:off x="713250" y="539500"/>
            <a:ext cx="77175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a:solidFill>
                  <a:schemeClr val="accent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4" name="Google Shape;134;p47"/>
          <p:cNvSpPr txBox="1"/>
          <p:nvPr>
            <p:ph idx="1" type="body"/>
          </p:nvPr>
        </p:nvSpPr>
        <p:spPr>
          <a:xfrm>
            <a:off x="713250" y="1225300"/>
            <a:ext cx="3858600" cy="3383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rgbClr val="434343"/>
              </a:buClr>
              <a:buSzPts val="1200"/>
              <a:buFont typeface="Montserrat"/>
              <a:buChar char="●"/>
              <a:defRPr sz="1400"/>
            </a:lvl1pPr>
            <a:lvl2pPr indent="-304800" lvl="1" marL="914400" algn="l">
              <a:lnSpc>
                <a:spcPct val="100000"/>
              </a:lnSpc>
              <a:spcBef>
                <a:spcPts val="0"/>
              </a:spcBef>
              <a:spcAft>
                <a:spcPts val="0"/>
              </a:spcAft>
              <a:buClr>
                <a:srgbClr val="434343"/>
              </a:buClr>
              <a:buSzPts val="1200"/>
              <a:buFont typeface="Roboto Condensed Light"/>
              <a:buChar char="○"/>
              <a:defRPr/>
            </a:lvl2pPr>
            <a:lvl3pPr indent="-304800" lvl="2" marL="1371600" algn="l">
              <a:lnSpc>
                <a:spcPct val="100000"/>
              </a:lnSpc>
              <a:spcBef>
                <a:spcPts val="0"/>
              </a:spcBef>
              <a:spcAft>
                <a:spcPts val="0"/>
              </a:spcAft>
              <a:buClr>
                <a:srgbClr val="434343"/>
              </a:buClr>
              <a:buSzPts val="1200"/>
              <a:buFont typeface="Roboto Condensed Light"/>
              <a:buChar char="■"/>
              <a:defRPr/>
            </a:lvl3pPr>
            <a:lvl4pPr indent="-304800" lvl="3" marL="1828800" algn="l">
              <a:lnSpc>
                <a:spcPct val="100000"/>
              </a:lnSpc>
              <a:spcBef>
                <a:spcPts val="0"/>
              </a:spcBef>
              <a:spcAft>
                <a:spcPts val="0"/>
              </a:spcAft>
              <a:buClr>
                <a:srgbClr val="434343"/>
              </a:buClr>
              <a:buSzPts val="1200"/>
              <a:buFont typeface="Roboto Condensed Light"/>
              <a:buChar char="●"/>
              <a:defRPr/>
            </a:lvl4pPr>
            <a:lvl5pPr indent="-304800" lvl="4" marL="2286000" algn="l">
              <a:lnSpc>
                <a:spcPct val="100000"/>
              </a:lnSpc>
              <a:spcBef>
                <a:spcPts val="0"/>
              </a:spcBef>
              <a:spcAft>
                <a:spcPts val="0"/>
              </a:spcAft>
              <a:buClr>
                <a:srgbClr val="434343"/>
              </a:buClr>
              <a:buSzPts val="1200"/>
              <a:buFont typeface="Roboto Condensed Light"/>
              <a:buChar char="○"/>
              <a:defRPr/>
            </a:lvl5pPr>
            <a:lvl6pPr indent="-304800" lvl="5" marL="2743200" algn="l">
              <a:lnSpc>
                <a:spcPct val="100000"/>
              </a:lnSpc>
              <a:spcBef>
                <a:spcPts val="0"/>
              </a:spcBef>
              <a:spcAft>
                <a:spcPts val="0"/>
              </a:spcAft>
              <a:buClr>
                <a:srgbClr val="434343"/>
              </a:buClr>
              <a:buSzPts val="1200"/>
              <a:buFont typeface="Roboto Condensed Light"/>
              <a:buChar char="■"/>
              <a:defRPr/>
            </a:lvl6pPr>
            <a:lvl7pPr indent="-304800" lvl="6" marL="3200400" algn="l">
              <a:lnSpc>
                <a:spcPct val="100000"/>
              </a:lnSpc>
              <a:spcBef>
                <a:spcPts val="0"/>
              </a:spcBef>
              <a:spcAft>
                <a:spcPts val="0"/>
              </a:spcAft>
              <a:buClr>
                <a:srgbClr val="434343"/>
              </a:buClr>
              <a:buSzPts val="1200"/>
              <a:buFont typeface="Roboto Condensed Light"/>
              <a:buChar char="●"/>
              <a:defRPr/>
            </a:lvl7pPr>
            <a:lvl8pPr indent="-304800" lvl="7" marL="3657600" algn="l">
              <a:lnSpc>
                <a:spcPct val="100000"/>
              </a:lnSpc>
              <a:spcBef>
                <a:spcPts val="0"/>
              </a:spcBef>
              <a:spcAft>
                <a:spcPts val="0"/>
              </a:spcAft>
              <a:buClr>
                <a:srgbClr val="434343"/>
              </a:buClr>
              <a:buSzPts val="1200"/>
              <a:buFont typeface="Roboto Condensed Light"/>
              <a:buChar char="○"/>
              <a:defRPr/>
            </a:lvl8pPr>
            <a:lvl9pPr indent="-304800" lvl="8" marL="4114800" algn="l">
              <a:lnSpc>
                <a:spcPct val="100000"/>
              </a:lnSpc>
              <a:spcBef>
                <a:spcPts val="0"/>
              </a:spcBef>
              <a:spcAft>
                <a:spcPts val="0"/>
              </a:spcAft>
              <a:buClr>
                <a:srgbClr val="434343"/>
              </a:buClr>
              <a:buSzPts val="1200"/>
              <a:buFont typeface="Roboto Condensed Light"/>
              <a:buChar char="■"/>
              <a:defRPr/>
            </a:lvl9pPr>
          </a:lstStyle>
          <a:p/>
        </p:txBody>
      </p:sp>
      <p:sp>
        <p:nvSpPr>
          <p:cNvPr id="135" name="Google Shape;135;p47"/>
          <p:cNvSpPr txBox="1"/>
          <p:nvPr>
            <p:ph idx="2" type="body"/>
          </p:nvPr>
        </p:nvSpPr>
        <p:spPr>
          <a:xfrm>
            <a:off x="4572000" y="1225300"/>
            <a:ext cx="3858600" cy="3383400"/>
          </a:xfrm>
          <a:prstGeom prst="rect">
            <a:avLst/>
          </a:prstGeom>
          <a:noFill/>
          <a:ln>
            <a:noFill/>
          </a:ln>
        </p:spPr>
        <p:txBody>
          <a:bodyPr anchorCtr="0" anchor="t" bIns="91425" lIns="91425" spcFirstLastPara="1" rIns="91425" wrap="square" tIns="91425">
            <a:noAutofit/>
          </a:bodyPr>
          <a:lstStyle>
            <a:lvl1pPr indent="-304800" lvl="0" marL="457200" marR="50800" algn="l">
              <a:lnSpc>
                <a:spcPct val="100000"/>
              </a:lnSpc>
              <a:spcBef>
                <a:spcPts val="0"/>
              </a:spcBef>
              <a:spcAft>
                <a:spcPts val="0"/>
              </a:spcAft>
              <a:buClr>
                <a:srgbClr val="434343"/>
              </a:buClr>
              <a:buSzPts val="1200"/>
              <a:buFont typeface="Montserrat"/>
              <a:buChar char="●"/>
              <a:defRPr sz="1400"/>
            </a:lvl1pPr>
            <a:lvl2pPr indent="-304800" lvl="1" marL="914400" algn="l">
              <a:lnSpc>
                <a:spcPct val="100000"/>
              </a:lnSpc>
              <a:spcBef>
                <a:spcPts val="0"/>
              </a:spcBef>
              <a:spcAft>
                <a:spcPts val="0"/>
              </a:spcAft>
              <a:buClr>
                <a:srgbClr val="434343"/>
              </a:buClr>
              <a:buSzPts val="1200"/>
              <a:buFont typeface="Roboto Condensed Light"/>
              <a:buChar char="○"/>
              <a:defRPr/>
            </a:lvl2pPr>
            <a:lvl3pPr indent="-304800" lvl="2" marL="1371600" algn="l">
              <a:lnSpc>
                <a:spcPct val="100000"/>
              </a:lnSpc>
              <a:spcBef>
                <a:spcPts val="0"/>
              </a:spcBef>
              <a:spcAft>
                <a:spcPts val="0"/>
              </a:spcAft>
              <a:buClr>
                <a:srgbClr val="434343"/>
              </a:buClr>
              <a:buSzPts val="1200"/>
              <a:buFont typeface="Roboto Condensed Light"/>
              <a:buChar char="■"/>
              <a:defRPr/>
            </a:lvl3pPr>
            <a:lvl4pPr indent="-304800" lvl="3" marL="1828800" algn="l">
              <a:lnSpc>
                <a:spcPct val="100000"/>
              </a:lnSpc>
              <a:spcBef>
                <a:spcPts val="0"/>
              </a:spcBef>
              <a:spcAft>
                <a:spcPts val="0"/>
              </a:spcAft>
              <a:buClr>
                <a:srgbClr val="434343"/>
              </a:buClr>
              <a:buSzPts val="1200"/>
              <a:buFont typeface="Roboto Condensed Light"/>
              <a:buChar char="●"/>
              <a:defRPr/>
            </a:lvl4pPr>
            <a:lvl5pPr indent="-304800" lvl="4" marL="2286000" algn="l">
              <a:lnSpc>
                <a:spcPct val="100000"/>
              </a:lnSpc>
              <a:spcBef>
                <a:spcPts val="0"/>
              </a:spcBef>
              <a:spcAft>
                <a:spcPts val="0"/>
              </a:spcAft>
              <a:buClr>
                <a:srgbClr val="434343"/>
              </a:buClr>
              <a:buSzPts val="1200"/>
              <a:buFont typeface="Roboto Condensed Light"/>
              <a:buChar char="○"/>
              <a:defRPr/>
            </a:lvl5pPr>
            <a:lvl6pPr indent="-304800" lvl="5" marL="2743200" algn="l">
              <a:lnSpc>
                <a:spcPct val="100000"/>
              </a:lnSpc>
              <a:spcBef>
                <a:spcPts val="0"/>
              </a:spcBef>
              <a:spcAft>
                <a:spcPts val="0"/>
              </a:spcAft>
              <a:buClr>
                <a:srgbClr val="434343"/>
              </a:buClr>
              <a:buSzPts val="1200"/>
              <a:buFont typeface="Roboto Condensed Light"/>
              <a:buChar char="■"/>
              <a:defRPr/>
            </a:lvl6pPr>
            <a:lvl7pPr indent="-304800" lvl="6" marL="3200400" algn="l">
              <a:lnSpc>
                <a:spcPct val="100000"/>
              </a:lnSpc>
              <a:spcBef>
                <a:spcPts val="0"/>
              </a:spcBef>
              <a:spcAft>
                <a:spcPts val="0"/>
              </a:spcAft>
              <a:buClr>
                <a:srgbClr val="434343"/>
              </a:buClr>
              <a:buSzPts val="1200"/>
              <a:buFont typeface="Roboto Condensed Light"/>
              <a:buChar char="●"/>
              <a:defRPr/>
            </a:lvl7pPr>
            <a:lvl8pPr indent="-304800" lvl="7" marL="3657600" algn="l">
              <a:lnSpc>
                <a:spcPct val="100000"/>
              </a:lnSpc>
              <a:spcBef>
                <a:spcPts val="0"/>
              </a:spcBef>
              <a:spcAft>
                <a:spcPts val="0"/>
              </a:spcAft>
              <a:buClr>
                <a:srgbClr val="434343"/>
              </a:buClr>
              <a:buSzPts val="1200"/>
              <a:buFont typeface="Roboto Condensed Light"/>
              <a:buChar char="○"/>
              <a:defRPr/>
            </a:lvl8pPr>
            <a:lvl9pPr indent="-304800" lvl="8" marL="4114800" algn="l">
              <a:lnSpc>
                <a:spcPct val="100000"/>
              </a:lnSpc>
              <a:spcBef>
                <a:spcPts val="0"/>
              </a:spcBef>
              <a:spcAft>
                <a:spcPts val="0"/>
              </a:spcAft>
              <a:buClr>
                <a:srgbClr val="434343"/>
              </a:buClr>
              <a:buSzPts val="1200"/>
              <a:buFont typeface="Roboto Condensed Light"/>
              <a:buChar char="■"/>
              <a:defRPr/>
            </a:lvl9pPr>
          </a:lstStyle>
          <a:p/>
        </p:txBody>
      </p:sp>
      <p:grpSp>
        <p:nvGrpSpPr>
          <p:cNvPr id="136" name="Google Shape;136;p47"/>
          <p:cNvGrpSpPr/>
          <p:nvPr/>
        </p:nvGrpSpPr>
        <p:grpSpPr>
          <a:xfrm>
            <a:off x="8817925" y="0"/>
            <a:ext cx="0" cy="5521200"/>
            <a:chOff x="397450" y="-362125"/>
            <a:chExt cx="0" cy="5521200"/>
          </a:xfrm>
        </p:grpSpPr>
        <p:cxnSp>
          <p:nvCxnSpPr>
            <p:cNvPr id="137" name="Google Shape;137;p47"/>
            <p:cNvCxnSpPr/>
            <p:nvPr/>
          </p:nvCxnSpPr>
          <p:spPr>
            <a:xfrm rot="10800000">
              <a:off x="397450" y="537575"/>
              <a:ext cx="0" cy="4621500"/>
            </a:xfrm>
            <a:prstGeom prst="straightConnector1">
              <a:avLst/>
            </a:prstGeom>
            <a:noFill/>
            <a:ln cap="flat" cmpd="sng" w="19050">
              <a:solidFill>
                <a:schemeClr val="accent1"/>
              </a:solidFill>
              <a:prstDash val="solid"/>
              <a:round/>
              <a:headEnd len="sm" w="sm" type="none"/>
              <a:tailEnd len="sm" w="sm" type="none"/>
            </a:ln>
          </p:spPr>
        </p:cxnSp>
        <p:cxnSp>
          <p:nvCxnSpPr>
            <p:cNvPr id="138" name="Google Shape;138;p47"/>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139" name="Shape 139"/>
        <p:cNvGrpSpPr/>
        <p:nvPr/>
      </p:nvGrpSpPr>
      <p:grpSpPr>
        <a:xfrm>
          <a:off x="0" y="0"/>
          <a:ext cx="0" cy="0"/>
          <a:chOff x="0" y="0"/>
          <a:chExt cx="0" cy="0"/>
        </a:xfrm>
      </p:grpSpPr>
      <p:sp>
        <p:nvSpPr>
          <p:cNvPr id="140" name="Google Shape;140;p48"/>
          <p:cNvSpPr txBox="1"/>
          <p:nvPr>
            <p:ph type="title"/>
          </p:nvPr>
        </p:nvSpPr>
        <p:spPr>
          <a:xfrm>
            <a:off x="713225" y="1051325"/>
            <a:ext cx="3858900" cy="1832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b="1">
                <a:latin typeface="Montserrat"/>
                <a:ea typeface="Montserrat"/>
                <a:cs typeface="Montserrat"/>
                <a:sym typeface="Montserrat"/>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1" name="Google Shape;141;p48"/>
          <p:cNvSpPr txBox="1"/>
          <p:nvPr>
            <p:ph idx="1" type="body"/>
          </p:nvPr>
        </p:nvSpPr>
        <p:spPr>
          <a:xfrm>
            <a:off x="713225" y="2988875"/>
            <a:ext cx="3858900" cy="1008600"/>
          </a:xfrm>
          <a:prstGeom prst="rect">
            <a:avLst/>
          </a:prstGeom>
          <a:noFill/>
          <a:ln>
            <a:noFill/>
          </a:ln>
        </p:spPr>
        <p:txBody>
          <a:bodyPr anchorCtr="0" anchor="ctr" bIns="91425" lIns="91425" spcFirstLastPara="1" rIns="91425" wrap="square" tIns="91425">
            <a:noAutofit/>
          </a:bodyPr>
          <a:lstStyle>
            <a:lvl1pPr indent="-292100" lvl="0" marL="457200" algn="l">
              <a:lnSpc>
                <a:spcPct val="100000"/>
              </a:lnSpc>
              <a:spcBef>
                <a:spcPts val="0"/>
              </a:spcBef>
              <a:spcAft>
                <a:spcPts val="0"/>
              </a:spcAft>
              <a:buClr>
                <a:schemeClr val="accent1"/>
              </a:buClr>
              <a:buSzPts val="1000"/>
              <a:buFont typeface="Anaheim"/>
              <a:buChar char="●"/>
              <a:defRPr sz="1400"/>
            </a:lvl1pPr>
            <a:lvl2pPr indent="-317500" lvl="1" marL="914400" algn="l">
              <a:lnSpc>
                <a:spcPct val="100000"/>
              </a:lnSpc>
              <a:spcBef>
                <a:spcPts val="0"/>
              </a:spcBef>
              <a:spcAft>
                <a:spcPts val="0"/>
              </a:spcAft>
              <a:buClr>
                <a:srgbClr val="595959"/>
              </a:buClr>
              <a:buSzPts val="1400"/>
              <a:buFont typeface="Anaheim"/>
              <a:buChar char="○"/>
              <a:defRPr sz="1200"/>
            </a:lvl2pPr>
            <a:lvl3pPr indent="-317500" lvl="2" marL="1371600" algn="l">
              <a:lnSpc>
                <a:spcPct val="100000"/>
              </a:lnSpc>
              <a:spcBef>
                <a:spcPts val="0"/>
              </a:spcBef>
              <a:spcAft>
                <a:spcPts val="0"/>
              </a:spcAft>
              <a:buClr>
                <a:srgbClr val="595959"/>
              </a:buClr>
              <a:buSzPts val="1400"/>
              <a:buFont typeface="Anaheim"/>
              <a:buChar char="■"/>
              <a:defRPr sz="1200"/>
            </a:lvl3pPr>
            <a:lvl4pPr indent="-317500" lvl="3" marL="1828800" algn="l">
              <a:lnSpc>
                <a:spcPct val="100000"/>
              </a:lnSpc>
              <a:spcBef>
                <a:spcPts val="0"/>
              </a:spcBef>
              <a:spcAft>
                <a:spcPts val="0"/>
              </a:spcAft>
              <a:buClr>
                <a:srgbClr val="595959"/>
              </a:buClr>
              <a:buSzPts val="1400"/>
              <a:buFont typeface="Anaheim"/>
              <a:buChar char="●"/>
              <a:defRPr sz="1200"/>
            </a:lvl4pPr>
            <a:lvl5pPr indent="-317500" lvl="4" marL="2286000" algn="l">
              <a:lnSpc>
                <a:spcPct val="100000"/>
              </a:lnSpc>
              <a:spcBef>
                <a:spcPts val="0"/>
              </a:spcBef>
              <a:spcAft>
                <a:spcPts val="0"/>
              </a:spcAft>
              <a:buClr>
                <a:srgbClr val="595959"/>
              </a:buClr>
              <a:buSzPts val="1400"/>
              <a:buFont typeface="Anaheim"/>
              <a:buChar char="○"/>
              <a:defRPr sz="1200"/>
            </a:lvl5pPr>
            <a:lvl6pPr indent="-317500" lvl="5" marL="2743200" algn="l">
              <a:lnSpc>
                <a:spcPct val="100000"/>
              </a:lnSpc>
              <a:spcBef>
                <a:spcPts val="0"/>
              </a:spcBef>
              <a:spcAft>
                <a:spcPts val="0"/>
              </a:spcAft>
              <a:buClr>
                <a:srgbClr val="595959"/>
              </a:buClr>
              <a:buSzPts val="1400"/>
              <a:buFont typeface="Anaheim"/>
              <a:buChar char="■"/>
              <a:defRPr sz="1200"/>
            </a:lvl6pPr>
            <a:lvl7pPr indent="-317500" lvl="6" marL="3200400" algn="l">
              <a:lnSpc>
                <a:spcPct val="100000"/>
              </a:lnSpc>
              <a:spcBef>
                <a:spcPts val="0"/>
              </a:spcBef>
              <a:spcAft>
                <a:spcPts val="0"/>
              </a:spcAft>
              <a:buClr>
                <a:srgbClr val="595959"/>
              </a:buClr>
              <a:buSzPts val="1400"/>
              <a:buFont typeface="Anaheim"/>
              <a:buChar char="●"/>
              <a:defRPr sz="1200"/>
            </a:lvl7pPr>
            <a:lvl8pPr indent="-317500" lvl="7" marL="3657600" algn="l">
              <a:lnSpc>
                <a:spcPct val="100000"/>
              </a:lnSpc>
              <a:spcBef>
                <a:spcPts val="0"/>
              </a:spcBef>
              <a:spcAft>
                <a:spcPts val="0"/>
              </a:spcAft>
              <a:buClr>
                <a:srgbClr val="595959"/>
              </a:buClr>
              <a:buSzPts val="1400"/>
              <a:buFont typeface="Anaheim"/>
              <a:buChar char="○"/>
              <a:defRPr sz="1200"/>
            </a:lvl8pPr>
            <a:lvl9pPr indent="-317500" lvl="8" marL="4114800" algn="l">
              <a:lnSpc>
                <a:spcPct val="100000"/>
              </a:lnSpc>
              <a:spcBef>
                <a:spcPts val="0"/>
              </a:spcBef>
              <a:spcAft>
                <a:spcPts val="0"/>
              </a:spcAft>
              <a:buClr>
                <a:srgbClr val="595959"/>
              </a:buClr>
              <a:buSzPts val="1400"/>
              <a:buFont typeface="Anaheim"/>
              <a:buChar char="■"/>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142" name="Shape 142"/>
        <p:cNvGrpSpPr/>
        <p:nvPr/>
      </p:nvGrpSpPr>
      <p:grpSpPr>
        <a:xfrm>
          <a:off x="0" y="0"/>
          <a:ext cx="0" cy="0"/>
          <a:chOff x="0" y="0"/>
          <a:chExt cx="0" cy="0"/>
        </a:xfrm>
      </p:grpSpPr>
      <p:sp>
        <p:nvSpPr>
          <p:cNvPr id="143" name="Google Shape;143;p49"/>
          <p:cNvSpPr/>
          <p:nvPr/>
        </p:nvSpPr>
        <p:spPr>
          <a:xfrm>
            <a:off x="-30800" y="-15400"/>
            <a:ext cx="9232200" cy="13089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49"/>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5" name="Google Shape;145;p49"/>
          <p:cNvSpPr txBox="1"/>
          <p:nvPr>
            <p:ph idx="1" type="subTitle"/>
          </p:nvPr>
        </p:nvSpPr>
        <p:spPr>
          <a:xfrm>
            <a:off x="716681" y="2616523"/>
            <a:ext cx="2055000" cy="384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146" name="Google Shape;146;p49"/>
          <p:cNvSpPr txBox="1"/>
          <p:nvPr>
            <p:ph idx="2" type="subTitle"/>
          </p:nvPr>
        </p:nvSpPr>
        <p:spPr>
          <a:xfrm>
            <a:off x="1172687" y="2920376"/>
            <a:ext cx="2055000" cy="59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47" name="Google Shape;147;p49"/>
          <p:cNvSpPr txBox="1"/>
          <p:nvPr>
            <p:ph idx="3" type="subTitle"/>
          </p:nvPr>
        </p:nvSpPr>
        <p:spPr>
          <a:xfrm>
            <a:off x="716706" y="3712175"/>
            <a:ext cx="2053800" cy="384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148" name="Google Shape;148;p49"/>
          <p:cNvSpPr txBox="1"/>
          <p:nvPr>
            <p:ph idx="4" type="subTitle"/>
          </p:nvPr>
        </p:nvSpPr>
        <p:spPr>
          <a:xfrm>
            <a:off x="3424225" y="1826226"/>
            <a:ext cx="2055000" cy="594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49" name="Google Shape;149;p49"/>
          <p:cNvSpPr txBox="1"/>
          <p:nvPr>
            <p:ph idx="5" type="subTitle"/>
          </p:nvPr>
        </p:nvSpPr>
        <p:spPr>
          <a:xfrm>
            <a:off x="2968209" y="1520873"/>
            <a:ext cx="2055000" cy="386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150" name="Google Shape;150;p49"/>
          <p:cNvSpPr txBox="1"/>
          <p:nvPr>
            <p:ph idx="6" type="subTitle"/>
          </p:nvPr>
        </p:nvSpPr>
        <p:spPr>
          <a:xfrm>
            <a:off x="1172725" y="4014270"/>
            <a:ext cx="2053800" cy="59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51" name="Google Shape;151;p49"/>
          <p:cNvSpPr txBox="1"/>
          <p:nvPr>
            <p:ph idx="7" type="subTitle"/>
          </p:nvPr>
        </p:nvSpPr>
        <p:spPr>
          <a:xfrm>
            <a:off x="716675" y="1520875"/>
            <a:ext cx="2055000" cy="384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152" name="Google Shape;152;p49"/>
          <p:cNvSpPr txBox="1"/>
          <p:nvPr>
            <p:ph idx="8" type="subTitle"/>
          </p:nvPr>
        </p:nvSpPr>
        <p:spPr>
          <a:xfrm>
            <a:off x="1172687" y="1822970"/>
            <a:ext cx="2055000" cy="59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53" name="Google Shape;153;p49"/>
          <p:cNvSpPr txBox="1"/>
          <p:nvPr>
            <p:ph idx="9" type="subTitle"/>
          </p:nvPr>
        </p:nvSpPr>
        <p:spPr>
          <a:xfrm>
            <a:off x="2968200" y="2616525"/>
            <a:ext cx="2055000" cy="384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154" name="Google Shape;154;p49"/>
          <p:cNvSpPr txBox="1"/>
          <p:nvPr>
            <p:ph idx="13" type="subTitle"/>
          </p:nvPr>
        </p:nvSpPr>
        <p:spPr>
          <a:xfrm>
            <a:off x="3424226" y="4014825"/>
            <a:ext cx="2055000" cy="594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55" name="Google Shape;155;p49"/>
          <p:cNvSpPr txBox="1"/>
          <p:nvPr>
            <p:ph idx="14" type="subTitle"/>
          </p:nvPr>
        </p:nvSpPr>
        <p:spPr>
          <a:xfrm>
            <a:off x="2967025" y="3709475"/>
            <a:ext cx="2055000" cy="386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a:solidFill>
                  <a:schemeClr val="dk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2pPr>
            <a:lvl3pPr lvl="2"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3pPr>
            <a:lvl4pPr lvl="3"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4pPr>
            <a:lvl5pPr lvl="4"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5pPr>
            <a:lvl6pPr lvl="5"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6pPr>
            <a:lvl7pPr lvl="6"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7pPr>
            <a:lvl8pPr lvl="7"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8pPr>
            <a:lvl9pPr lvl="8" algn="l">
              <a:lnSpc>
                <a:spcPct val="100000"/>
              </a:lnSpc>
              <a:spcBef>
                <a:spcPts val="0"/>
              </a:spcBef>
              <a:spcAft>
                <a:spcPts val="0"/>
              </a:spcAft>
              <a:buSzPts val="1400"/>
              <a:buNone/>
              <a:defRPr>
                <a:solidFill>
                  <a:schemeClr val="dk1"/>
                </a:solidFill>
                <a:latin typeface="Montserrat SemiBold"/>
                <a:ea typeface="Montserrat SemiBold"/>
                <a:cs typeface="Montserrat SemiBold"/>
                <a:sym typeface="Montserrat SemiBold"/>
              </a:defRPr>
            </a:lvl9pPr>
          </a:lstStyle>
          <a:p/>
        </p:txBody>
      </p:sp>
      <p:sp>
        <p:nvSpPr>
          <p:cNvPr id="156" name="Google Shape;156;p49"/>
          <p:cNvSpPr txBox="1"/>
          <p:nvPr>
            <p:ph idx="15" type="subTitle"/>
          </p:nvPr>
        </p:nvSpPr>
        <p:spPr>
          <a:xfrm>
            <a:off x="3425401" y="2918625"/>
            <a:ext cx="2055000" cy="59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grpSp>
        <p:nvGrpSpPr>
          <p:cNvPr id="157" name="Google Shape;157;p49"/>
          <p:cNvGrpSpPr/>
          <p:nvPr/>
        </p:nvGrpSpPr>
        <p:grpSpPr>
          <a:xfrm>
            <a:off x="399525" y="1550825"/>
            <a:ext cx="0" cy="3661975"/>
            <a:chOff x="397450" y="-362125"/>
            <a:chExt cx="0" cy="3661975"/>
          </a:xfrm>
        </p:grpSpPr>
        <p:cxnSp>
          <p:nvCxnSpPr>
            <p:cNvPr id="158" name="Google Shape;158;p49"/>
            <p:cNvCxnSpPr/>
            <p:nvPr/>
          </p:nvCxnSpPr>
          <p:spPr>
            <a:xfrm rot="10800000">
              <a:off x="397450" y="537450"/>
              <a:ext cx="0" cy="2762400"/>
            </a:xfrm>
            <a:prstGeom prst="straightConnector1">
              <a:avLst/>
            </a:prstGeom>
            <a:noFill/>
            <a:ln cap="flat" cmpd="sng" w="19050">
              <a:solidFill>
                <a:schemeClr val="accent1"/>
              </a:solidFill>
              <a:prstDash val="solid"/>
              <a:round/>
              <a:headEnd len="sm" w="sm" type="none"/>
              <a:tailEnd len="sm" w="sm" type="none"/>
            </a:ln>
          </p:spPr>
        </p:cxnSp>
        <p:cxnSp>
          <p:nvCxnSpPr>
            <p:cNvPr id="159" name="Google Shape;159;p49"/>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0" name="Shape 160"/>
        <p:cNvGrpSpPr/>
        <p:nvPr/>
      </p:nvGrpSpPr>
      <p:grpSpPr>
        <a:xfrm>
          <a:off x="0" y="0"/>
          <a:ext cx="0" cy="0"/>
          <a:chOff x="0" y="0"/>
          <a:chExt cx="0" cy="0"/>
        </a:xfrm>
      </p:grpSpPr>
      <p:sp>
        <p:nvSpPr>
          <p:cNvPr id="161" name="Google Shape;161;p50"/>
          <p:cNvSpPr/>
          <p:nvPr/>
        </p:nvSpPr>
        <p:spPr>
          <a:xfrm>
            <a:off x="-30800" y="-15400"/>
            <a:ext cx="9232200" cy="13089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50"/>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3" name="Google Shape;163;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
        <p:nvSpPr>
          <p:cNvPr id="164" name="Google Shape;164;p50"/>
          <p:cNvSpPr/>
          <p:nvPr/>
        </p:nvSpPr>
        <p:spPr>
          <a:xfrm>
            <a:off x="8431175" y="1292825"/>
            <a:ext cx="771600" cy="3850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50"/>
          <p:cNvGrpSpPr/>
          <p:nvPr/>
        </p:nvGrpSpPr>
        <p:grpSpPr>
          <a:xfrm>
            <a:off x="8288550" y="1543875"/>
            <a:ext cx="0" cy="3661975"/>
            <a:chOff x="397450" y="-362125"/>
            <a:chExt cx="0" cy="3661975"/>
          </a:xfrm>
        </p:grpSpPr>
        <p:cxnSp>
          <p:nvCxnSpPr>
            <p:cNvPr id="166" name="Google Shape;166;p50"/>
            <p:cNvCxnSpPr/>
            <p:nvPr/>
          </p:nvCxnSpPr>
          <p:spPr>
            <a:xfrm rot="10800000">
              <a:off x="397450" y="537450"/>
              <a:ext cx="0" cy="2762400"/>
            </a:xfrm>
            <a:prstGeom prst="straightConnector1">
              <a:avLst/>
            </a:prstGeom>
            <a:noFill/>
            <a:ln cap="flat" cmpd="sng" w="19050">
              <a:solidFill>
                <a:schemeClr val="accent1"/>
              </a:solidFill>
              <a:prstDash val="solid"/>
              <a:round/>
              <a:headEnd len="sm" w="sm" type="none"/>
              <a:tailEnd len="sm" w="sm" type="none"/>
            </a:ln>
          </p:spPr>
        </p:cxnSp>
        <p:cxnSp>
          <p:nvCxnSpPr>
            <p:cNvPr id="167" name="Google Shape;167;p50"/>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68" name="Shape 168"/>
        <p:cNvGrpSpPr/>
        <p:nvPr/>
      </p:nvGrpSpPr>
      <p:grpSpPr>
        <a:xfrm>
          <a:off x="0" y="0"/>
          <a:ext cx="0" cy="0"/>
          <a:chOff x="0" y="0"/>
          <a:chExt cx="0" cy="0"/>
        </a:xfrm>
      </p:grpSpPr>
      <p:sp>
        <p:nvSpPr>
          <p:cNvPr id="169" name="Google Shape;169;p51"/>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0" name="Google Shape;170;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
        <p:nvSpPr>
          <p:cNvPr id="171" name="Google Shape;171;p51"/>
          <p:cNvSpPr/>
          <p:nvPr/>
        </p:nvSpPr>
        <p:spPr>
          <a:xfrm>
            <a:off x="-35750" y="4759500"/>
            <a:ext cx="9232200" cy="384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2" name="Google Shape;172;p51"/>
          <p:cNvGrpSpPr/>
          <p:nvPr/>
        </p:nvGrpSpPr>
        <p:grpSpPr>
          <a:xfrm>
            <a:off x="3584450" y="4901250"/>
            <a:ext cx="6396725" cy="0"/>
            <a:chOff x="-52825" y="3943350"/>
            <a:chExt cx="6396725" cy="0"/>
          </a:xfrm>
        </p:grpSpPr>
        <p:cxnSp>
          <p:nvCxnSpPr>
            <p:cNvPr id="173" name="Google Shape;173;p51"/>
            <p:cNvCxnSpPr/>
            <p:nvPr/>
          </p:nvCxnSpPr>
          <p:spPr>
            <a:xfrm>
              <a:off x="1940500" y="3943350"/>
              <a:ext cx="4403400" cy="0"/>
            </a:xfrm>
            <a:prstGeom prst="straightConnector1">
              <a:avLst/>
            </a:prstGeom>
            <a:noFill/>
            <a:ln cap="flat" cmpd="sng" w="19050">
              <a:solidFill>
                <a:schemeClr val="dk2"/>
              </a:solidFill>
              <a:prstDash val="solid"/>
              <a:round/>
              <a:headEnd len="sm" w="sm" type="none"/>
              <a:tailEnd len="sm" w="sm" type="none"/>
            </a:ln>
          </p:spPr>
        </p:cxnSp>
        <p:cxnSp>
          <p:nvCxnSpPr>
            <p:cNvPr id="174" name="Google Shape;174;p51"/>
            <p:cNvCxnSpPr/>
            <p:nvPr/>
          </p:nvCxnSpPr>
          <p:spPr>
            <a:xfrm>
              <a:off x="-52825" y="3943350"/>
              <a:ext cx="1968600" cy="0"/>
            </a:xfrm>
            <a:prstGeom prst="straightConnector1">
              <a:avLst/>
            </a:prstGeom>
            <a:noFill/>
            <a:ln cap="flat" cmpd="sng" w="19050">
              <a:solidFill>
                <a:schemeClr val="dk2"/>
              </a:solidFill>
              <a:prstDash val="dot"/>
              <a:round/>
              <a:headEnd len="sm" w="sm" type="none"/>
              <a:tailEnd len="sm" w="sm" type="none"/>
            </a:ln>
          </p:spPr>
        </p:cxn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75" name="Shape 175"/>
        <p:cNvGrpSpPr/>
        <p:nvPr/>
      </p:nvGrpSpPr>
      <p:grpSpPr>
        <a:xfrm>
          <a:off x="0" y="0"/>
          <a:ext cx="0" cy="0"/>
          <a:chOff x="0" y="0"/>
          <a:chExt cx="0" cy="0"/>
        </a:xfrm>
      </p:grpSpPr>
      <p:sp>
        <p:nvSpPr>
          <p:cNvPr id="176" name="Google Shape;176;p52"/>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7" name="Google Shape;177;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
        <p:nvSpPr>
          <p:cNvPr id="178" name="Google Shape;178;p52"/>
          <p:cNvSpPr/>
          <p:nvPr/>
        </p:nvSpPr>
        <p:spPr>
          <a:xfrm>
            <a:off x="-44125" y="3733200"/>
            <a:ext cx="9232200" cy="1410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79" name="Shape 179"/>
        <p:cNvGrpSpPr/>
        <p:nvPr/>
      </p:nvGrpSpPr>
      <p:grpSpPr>
        <a:xfrm>
          <a:off x="0" y="0"/>
          <a:ext cx="0" cy="0"/>
          <a:chOff x="0" y="0"/>
          <a:chExt cx="0" cy="0"/>
        </a:xfrm>
      </p:grpSpPr>
      <p:sp>
        <p:nvSpPr>
          <p:cNvPr id="180" name="Google Shape;180;p53"/>
          <p:cNvSpPr/>
          <p:nvPr/>
        </p:nvSpPr>
        <p:spPr>
          <a:xfrm>
            <a:off x="-30800" y="-15400"/>
            <a:ext cx="9232200" cy="13089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3"/>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82" name="Shape 182"/>
        <p:cNvGrpSpPr/>
        <p:nvPr/>
      </p:nvGrpSpPr>
      <p:grpSpPr>
        <a:xfrm>
          <a:off x="0" y="0"/>
          <a:ext cx="0" cy="0"/>
          <a:chOff x="0" y="0"/>
          <a:chExt cx="0" cy="0"/>
        </a:xfrm>
      </p:grpSpPr>
      <p:sp>
        <p:nvSpPr>
          <p:cNvPr id="183" name="Google Shape;183;p54"/>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b="1">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4" name="Google Shape;184;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
        <p:nvSpPr>
          <p:cNvPr id="185" name="Google Shape;185;p54"/>
          <p:cNvSpPr/>
          <p:nvPr/>
        </p:nvSpPr>
        <p:spPr>
          <a:xfrm>
            <a:off x="-44125" y="4309425"/>
            <a:ext cx="9232200" cy="834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6" name="Google Shape;186;p54"/>
          <p:cNvGrpSpPr/>
          <p:nvPr/>
        </p:nvGrpSpPr>
        <p:grpSpPr>
          <a:xfrm flipH="1">
            <a:off x="-44125" y="4726425"/>
            <a:ext cx="6396725" cy="0"/>
            <a:chOff x="-52825" y="3943350"/>
            <a:chExt cx="6396725" cy="0"/>
          </a:xfrm>
        </p:grpSpPr>
        <p:cxnSp>
          <p:nvCxnSpPr>
            <p:cNvPr id="187" name="Google Shape;187;p54"/>
            <p:cNvCxnSpPr/>
            <p:nvPr/>
          </p:nvCxnSpPr>
          <p:spPr>
            <a:xfrm>
              <a:off x="1940500" y="3943350"/>
              <a:ext cx="4403400" cy="0"/>
            </a:xfrm>
            <a:prstGeom prst="straightConnector1">
              <a:avLst/>
            </a:prstGeom>
            <a:noFill/>
            <a:ln cap="flat" cmpd="sng" w="19050">
              <a:solidFill>
                <a:schemeClr val="dk2"/>
              </a:solidFill>
              <a:prstDash val="solid"/>
              <a:round/>
              <a:headEnd len="sm" w="sm" type="none"/>
              <a:tailEnd len="sm" w="sm" type="none"/>
            </a:ln>
          </p:spPr>
        </p:cxnSp>
        <p:cxnSp>
          <p:nvCxnSpPr>
            <p:cNvPr id="188" name="Google Shape;188;p54"/>
            <p:cNvCxnSpPr/>
            <p:nvPr/>
          </p:nvCxnSpPr>
          <p:spPr>
            <a:xfrm>
              <a:off x="-52825" y="3943350"/>
              <a:ext cx="1968600" cy="0"/>
            </a:xfrm>
            <a:prstGeom prst="straightConnector1">
              <a:avLst/>
            </a:prstGeom>
            <a:noFill/>
            <a:ln cap="flat" cmpd="sng" w="19050">
              <a:solidFill>
                <a:schemeClr val="dk2"/>
              </a:solidFill>
              <a:prstDash val="dot"/>
              <a:round/>
              <a:headEnd len="sm" w="sm" type="none"/>
              <a:tailEnd len="sm" w="sm" type="none"/>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_AND_BODY_4">
    <p:bg>
      <p:bgPr>
        <a:solidFill>
          <a:schemeClr val="dk1"/>
        </a:solidFill>
      </p:bgPr>
    </p:bg>
    <p:spTree>
      <p:nvGrpSpPr>
        <p:cNvPr id="189" name="Shape 189"/>
        <p:cNvGrpSpPr/>
        <p:nvPr/>
      </p:nvGrpSpPr>
      <p:grpSpPr>
        <a:xfrm>
          <a:off x="0" y="0"/>
          <a:ext cx="0" cy="0"/>
          <a:chOff x="0" y="0"/>
          <a:chExt cx="0" cy="0"/>
        </a:xfrm>
      </p:grpSpPr>
      <p:sp>
        <p:nvSpPr>
          <p:cNvPr id="190" name="Google Shape;190;p55"/>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3000"/>
              <a:buNone/>
              <a:defRPr b="1">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91" name="Google Shape;191;p55"/>
          <p:cNvSpPr txBox="1"/>
          <p:nvPr>
            <p:ph idx="1" type="body"/>
          </p:nvPr>
        </p:nvSpPr>
        <p:spPr>
          <a:xfrm>
            <a:off x="713225" y="1207950"/>
            <a:ext cx="3858900" cy="3400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lt1"/>
              </a:buClr>
              <a:buSzPts val="1200"/>
              <a:buFont typeface="Anaheim"/>
              <a:buChar char="●"/>
              <a:defRPr sz="1400">
                <a:solidFill>
                  <a:schemeClr val="lt1"/>
                </a:solidFill>
              </a:defRPr>
            </a:lvl1pPr>
            <a:lvl2pPr indent="-304800" lvl="1" marL="914400" algn="l">
              <a:lnSpc>
                <a:spcPct val="100000"/>
              </a:lnSpc>
              <a:spcBef>
                <a:spcPts val="0"/>
              </a:spcBef>
              <a:spcAft>
                <a:spcPts val="0"/>
              </a:spcAft>
              <a:buClr>
                <a:schemeClr val="lt1"/>
              </a:buClr>
              <a:buSzPts val="1200"/>
              <a:buFont typeface="Roboto Condensed Light"/>
              <a:buChar char="○"/>
              <a:defRPr>
                <a:solidFill>
                  <a:schemeClr val="lt1"/>
                </a:solidFill>
              </a:defRPr>
            </a:lvl2pPr>
            <a:lvl3pPr indent="-304800" lvl="2" marL="1371600" algn="l">
              <a:lnSpc>
                <a:spcPct val="100000"/>
              </a:lnSpc>
              <a:spcBef>
                <a:spcPts val="0"/>
              </a:spcBef>
              <a:spcAft>
                <a:spcPts val="0"/>
              </a:spcAft>
              <a:buClr>
                <a:schemeClr val="lt1"/>
              </a:buClr>
              <a:buSzPts val="1200"/>
              <a:buFont typeface="Roboto Condensed Light"/>
              <a:buChar char="■"/>
              <a:defRPr>
                <a:solidFill>
                  <a:schemeClr val="lt1"/>
                </a:solidFill>
              </a:defRPr>
            </a:lvl3pPr>
            <a:lvl4pPr indent="-304800" lvl="3" marL="1828800" algn="l">
              <a:lnSpc>
                <a:spcPct val="100000"/>
              </a:lnSpc>
              <a:spcBef>
                <a:spcPts val="0"/>
              </a:spcBef>
              <a:spcAft>
                <a:spcPts val="0"/>
              </a:spcAft>
              <a:buClr>
                <a:schemeClr val="lt1"/>
              </a:buClr>
              <a:buSzPts val="1200"/>
              <a:buFont typeface="Roboto Condensed Light"/>
              <a:buChar char="●"/>
              <a:defRPr>
                <a:solidFill>
                  <a:schemeClr val="lt1"/>
                </a:solidFill>
              </a:defRPr>
            </a:lvl4pPr>
            <a:lvl5pPr indent="-304800" lvl="4" marL="2286000" algn="l">
              <a:lnSpc>
                <a:spcPct val="100000"/>
              </a:lnSpc>
              <a:spcBef>
                <a:spcPts val="0"/>
              </a:spcBef>
              <a:spcAft>
                <a:spcPts val="0"/>
              </a:spcAft>
              <a:buClr>
                <a:schemeClr val="lt1"/>
              </a:buClr>
              <a:buSzPts val="1200"/>
              <a:buFont typeface="Roboto Condensed Light"/>
              <a:buChar char="○"/>
              <a:defRPr>
                <a:solidFill>
                  <a:schemeClr val="lt1"/>
                </a:solidFill>
              </a:defRPr>
            </a:lvl5pPr>
            <a:lvl6pPr indent="-304800" lvl="5" marL="2743200" algn="l">
              <a:lnSpc>
                <a:spcPct val="100000"/>
              </a:lnSpc>
              <a:spcBef>
                <a:spcPts val="0"/>
              </a:spcBef>
              <a:spcAft>
                <a:spcPts val="0"/>
              </a:spcAft>
              <a:buClr>
                <a:schemeClr val="lt1"/>
              </a:buClr>
              <a:buSzPts val="1200"/>
              <a:buFont typeface="Roboto Condensed Light"/>
              <a:buChar char="■"/>
              <a:defRPr>
                <a:solidFill>
                  <a:schemeClr val="lt1"/>
                </a:solidFill>
              </a:defRPr>
            </a:lvl6pPr>
            <a:lvl7pPr indent="-304800" lvl="6" marL="3200400" algn="l">
              <a:lnSpc>
                <a:spcPct val="100000"/>
              </a:lnSpc>
              <a:spcBef>
                <a:spcPts val="0"/>
              </a:spcBef>
              <a:spcAft>
                <a:spcPts val="0"/>
              </a:spcAft>
              <a:buClr>
                <a:schemeClr val="lt1"/>
              </a:buClr>
              <a:buSzPts val="1200"/>
              <a:buFont typeface="Roboto Condensed Light"/>
              <a:buChar char="●"/>
              <a:defRPr>
                <a:solidFill>
                  <a:schemeClr val="lt1"/>
                </a:solidFill>
              </a:defRPr>
            </a:lvl7pPr>
            <a:lvl8pPr indent="-304800" lvl="7" marL="3657600" algn="l">
              <a:lnSpc>
                <a:spcPct val="100000"/>
              </a:lnSpc>
              <a:spcBef>
                <a:spcPts val="0"/>
              </a:spcBef>
              <a:spcAft>
                <a:spcPts val="0"/>
              </a:spcAft>
              <a:buClr>
                <a:schemeClr val="lt1"/>
              </a:buClr>
              <a:buSzPts val="1200"/>
              <a:buFont typeface="Roboto Condensed Light"/>
              <a:buChar char="○"/>
              <a:defRPr>
                <a:solidFill>
                  <a:schemeClr val="lt1"/>
                </a:solidFill>
              </a:defRPr>
            </a:lvl8pPr>
            <a:lvl9pPr indent="-304800" lvl="8" marL="4114800" algn="l">
              <a:lnSpc>
                <a:spcPct val="100000"/>
              </a:lnSpc>
              <a:spcBef>
                <a:spcPts val="0"/>
              </a:spcBef>
              <a:spcAft>
                <a:spcPts val="0"/>
              </a:spcAft>
              <a:buClr>
                <a:schemeClr val="lt1"/>
              </a:buClr>
              <a:buSzPts val="1200"/>
              <a:buFont typeface="Roboto Condensed Light"/>
              <a:buChar char="■"/>
              <a:defRPr>
                <a:solidFill>
                  <a:schemeClr val="lt1"/>
                </a:solidFill>
              </a:defRPr>
            </a:lvl9pPr>
          </a:lstStyle>
          <a:p/>
        </p:txBody>
      </p:sp>
      <p:sp>
        <p:nvSpPr>
          <p:cNvPr id="192" name="Google Shape;19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grpSp>
        <p:nvGrpSpPr>
          <p:cNvPr id="193" name="Google Shape;193;p55"/>
          <p:cNvGrpSpPr/>
          <p:nvPr/>
        </p:nvGrpSpPr>
        <p:grpSpPr>
          <a:xfrm>
            <a:off x="397450" y="-362125"/>
            <a:ext cx="0" cy="5521200"/>
            <a:chOff x="397450" y="-362125"/>
            <a:chExt cx="0" cy="5521200"/>
          </a:xfrm>
        </p:grpSpPr>
        <p:cxnSp>
          <p:nvCxnSpPr>
            <p:cNvPr id="194" name="Google Shape;194;p55"/>
            <p:cNvCxnSpPr/>
            <p:nvPr/>
          </p:nvCxnSpPr>
          <p:spPr>
            <a:xfrm rot="10800000">
              <a:off x="397450" y="537575"/>
              <a:ext cx="0" cy="4621500"/>
            </a:xfrm>
            <a:prstGeom prst="straightConnector1">
              <a:avLst/>
            </a:prstGeom>
            <a:noFill/>
            <a:ln cap="flat" cmpd="sng" w="19050">
              <a:solidFill>
                <a:schemeClr val="accent1"/>
              </a:solidFill>
              <a:prstDash val="solid"/>
              <a:round/>
              <a:headEnd len="sm" w="sm" type="none"/>
              <a:tailEnd len="sm" w="sm" type="none"/>
            </a:ln>
          </p:spPr>
        </p:cxnSp>
        <p:cxnSp>
          <p:nvCxnSpPr>
            <p:cNvPr id="195" name="Google Shape;195;p55"/>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wo columns ">
  <p:cSld name="TITLE_AND_TWO_COLUMNS_1">
    <p:spTree>
      <p:nvGrpSpPr>
        <p:cNvPr id="196" name="Shape 196"/>
        <p:cNvGrpSpPr/>
        <p:nvPr/>
      </p:nvGrpSpPr>
      <p:grpSpPr>
        <a:xfrm>
          <a:off x="0" y="0"/>
          <a:ext cx="0" cy="0"/>
          <a:chOff x="0" y="0"/>
          <a:chExt cx="0" cy="0"/>
        </a:xfrm>
      </p:grpSpPr>
      <p:sp>
        <p:nvSpPr>
          <p:cNvPr id="197" name="Google Shape;197;p56"/>
          <p:cNvSpPr/>
          <p:nvPr/>
        </p:nvSpPr>
        <p:spPr>
          <a:xfrm>
            <a:off x="-82200" y="-30800"/>
            <a:ext cx="4658400" cy="5225400"/>
          </a:xfrm>
          <a:prstGeom prst="rect">
            <a:avLst/>
          </a:prstGeom>
          <a:solidFill>
            <a:schemeClr val="accent1"/>
          </a:solidFill>
          <a:ln>
            <a:noFill/>
          </a:ln>
          <a:effectLst>
            <a:outerShdw blurRad="57150" rotWithShape="0" algn="bl" dir="2160000" dist="19050">
              <a:srgbClr val="000000">
                <a:alpha val="7882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6"/>
          <p:cNvSpPr txBox="1"/>
          <p:nvPr>
            <p:ph idx="1" type="body"/>
          </p:nvPr>
        </p:nvSpPr>
        <p:spPr>
          <a:xfrm>
            <a:off x="723675" y="2216900"/>
            <a:ext cx="3325800" cy="1435800"/>
          </a:xfrm>
          <a:prstGeom prst="rect">
            <a:avLst/>
          </a:prstGeom>
          <a:noFill/>
          <a:ln>
            <a:noFill/>
          </a:ln>
        </p:spPr>
        <p:txBody>
          <a:bodyPr anchorCtr="0" anchor="ctr" bIns="91425" lIns="91425" spcFirstLastPara="1" rIns="91425" wrap="square" tIns="91425">
            <a:noAutofit/>
          </a:bodyPr>
          <a:lstStyle>
            <a:lvl1pPr indent="-317500" lvl="0" marL="457200" algn="ctr">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99" name="Google Shape;199;p56"/>
          <p:cNvSpPr txBox="1"/>
          <p:nvPr>
            <p:ph idx="2" type="body"/>
          </p:nvPr>
        </p:nvSpPr>
        <p:spPr>
          <a:xfrm>
            <a:off x="5094500" y="2216900"/>
            <a:ext cx="3325800" cy="1435800"/>
          </a:xfrm>
          <a:prstGeom prst="rect">
            <a:avLst/>
          </a:prstGeom>
          <a:noFill/>
          <a:ln>
            <a:noFill/>
          </a:ln>
        </p:spPr>
        <p:txBody>
          <a:bodyPr anchorCtr="0" anchor="ctr" bIns="91425" lIns="91425" spcFirstLastPara="1" rIns="91425" wrap="square" tIns="91425">
            <a:noAutofit/>
          </a:bodyPr>
          <a:lstStyle>
            <a:lvl1pPr indent="-317500" lvl="0" marL="457200" algn="ctr">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00" name="Google Shape;200;p56"/>
          <p:cNvSpPr txBox="1"/>
          <p:nvPr>
            <p:ph idx="3" type="subTitle"/>
          </p:nvPr>
        </p:nvSpPr>
        <p:spPr>
          <a:xfrm>
            <a:off x="5105058" y="1838275"/>
            <a:ext cx="3283800" cy="47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atin typeface="Montserrat SemiBold"/>
                <a:ea typeface="Montserrat SemiBold"/>
                <a:cs typeface="Montserrat SemiBold"/>
                <a:sym typeface="Montserrat SemiBold"/>
              </a:defRPr>
            </a:lvl1pPr>
            <a:lvl2pPr lvl="1" algn="ctr">
              <a:lnSpc>
                <a:spcPct val="100000"/>
              </a:lnSpc>
              <a:spcBef>
                <a:spcPts val="0"/>
              </a:spcBef>
              <a:spcAft>
                <a:spcPts val="0"/>
              </a:spcAft>
              <a:buSzPts val="1400"/>
              <a:buNone/>
              <a:defRPr>
                <a:latin typeface="Montserrat SemiBold"/>
                <a:ea typeface="Montserrat SemiBold"/>
                <a:cs typeface="Montserrat SemiBold"/>
                <a:sym typeface="Montserrat SemiBold"/>
              </a:defRPr>
            </a:lvl2pPr>
            <a:lvl3pPr lvl="2" algn="ctr">
              <a:lnSpc>
                <a:spcPct val="100000"/>
              </a:lnSpc>
              <a:spcBef>
                <a:spcPts val="0"/>
              </a:spcBef>
              <a:spcAft>
                <a:spcPts val="0"/>
              </a:spcAft>
              <a:buSzPts val="1400"/>
              <a:buNone/>
              <a:defRPr>
                <a:latin typeface="Montserrat SemiBold"/>
                <a:ea typeface="Montserrat SemiBold"/>
                <a:cs typeface="Montserrat SemiBold"/>
                <a:sym typeface="Montserrat SemiBold"/>
              </a:defRPr>
            </a:lvl3pPr>
            <a:lvl4pPr lvl="3" algn="ctr">
              <a:lnSpc>
                <a:spcPct val="100000"/>
              </a:lnSpc>
              <a:spcBef>
                <a:spcPts val="0"/>
              </a:spcBef>
              <a:spcAft>
                <a:spcPts val="0"/>
              </a:spcAft>
              <a:buSzPts val="1400"/>
              <a:buNone/>
              <a:defRPr>
                <a:latin typeface="Montserrat SemiBold"/>
                <a:ea typeface="Montserrat SemiBold"/>
                <a:cs typeface="Montserrat SemiBold"/>
                <a:sym typeface="Montserrat SemiBold"/>
              </a:defRPr>
            </a:lvl4pPr>
            <a:lvl5pPr lvl="4" algn="ctr">
              <a:lnSpc>
                <a:spcPct val="100000"/>
              </a:lnSpc>
              <a:spcBef>
                <a:spcPts val="0"/>
              </a:spcBef>
              <a:spcAft>
                <a:spcPts val="0"/>
              </a:spcAft>
              <a:buSzPts val="1400"/>
              <a:buNone/>
              <a:defRPr>
                <a:latin typeface="Montserrat SemiBold"/>
                <a:ea typeface="Montserrat SemiBold"/>
                <a:cs typeface="Montserrat SemiBold"/>
                <a:sym typeface="Montserrat SemiBold"/>
              </a:defRPr>
            </a:lvl5pPr>
            <a:lvl6pPr lvl="5" algn="ctr">
              <a:lnSpc>
                <a:spcPct val="100000"/>
              </a:lnSpc>
              <a:spcBef>
                <a:spcPts val="0"/>
              </a:spcBef>
              <a:spcAft>
                <a:spcPts val="0"/>
              </a:spcAft>
              <a:buSzPts val="1400"/>
              <a:buNone/>
              <a:defRPr>
                <a:latin typeface="Montserrat SemiBold"/>
                <a:ea typeface="Montserrat SemiBold"/>
                <a:cs typeface="Montserrat SemiBold"/>
                <a:sym typeface="Montserrat SemiBold"/>
              </a:defRPr>
            </a:lvl6pPr>
            <a:lvl7pPr lvl="6" algn="ctr">
              <a:lnSpc>
                <a:spcPct val="100000"/>
              </a:lnSpc>
              <a:spcBef>
                <a:spcPts val="0"/>
              </a:spcBef>
              <a:spcAft>
                <a:spcPts val="0"/>
              </a:spcAft>
              <a:buSzPts val="1400"/>
              <a:buNone/>
              <a:defRPr>
                <a:latin typeface="Montserrat SemiBold"/>
                <a:ea typeface="Montserrat SemiBold"/>
                <a:cs typeface="Montserrat SemiBold"/>
                <a:sym typeface="Montserrat SemiBold"/>
              </a:defRPr>
            </a:lvl7pPr>
            <a:lvl8pPr lvl="7" algn="ctr">
              <a:lnSpc>
                <a:spcPct val="100000"/>
              </a:lnSpc>
              <a:spcBef>
                <a:spcPts val="0"/>
              </a:spcBef>
              <a:spcAft>
                <a:spcPts val="0"/>
              </a:spcAft>
              <a:buSzPts val="1400"/>
              <a:buNone/>
              <a:defRPr>
                <a:latin typeface="Montserrat SemiBold"/>
                <a:ea typeface="Montserrat SemiBold"/>
                <a:cs typeface="Montserrat SemiBold"/>
                <a:sym typeface="Montserrat SemiBold"/>
              </a:defRPr>
            </a:lvl8pPr>
            <a:lvl9pPr lvl="8" algn="ctr">
              <a:lnSpc>
                <a:spcPct val="100000"/>
              </a:lnSpc>
              <a:spcBef>
                <a:spcPts val="0"/>
              </a:spcBef>
              <a:spcAft>
                <a:spcPts val="0"/>
              </a:spcAft>
              <a:buSzPts val="1400"/>
              <a:buNone/>
              <a:defRPr>
                <a:latin typeface="Montserrat SemiBold"/>
                <a:ea typeface="Montserrat SemiBold"/>
                <a:cs typeface="Montserrat SemiBold"/>
                <a:sym typeface="Montserrat SemiBold"/>
              </a:defRPr>
            </a:lvl9pPr>
          </a:lstStyle>
          <a:p/>
        </p:txBody>
      </p:sp>
      <p:sp>
        <p:nvSpPr>
          <p:cNvPr id="201" name="Google Shape;201;p56"/>
          <p:cNvSpPr txBox="1"/>
          <p:nvPr>
            <p:ph idx="4" type="subTitle"/>
          </p:nvPr>
        </p:nvSpPr>
        <p:spPr>
          <a:xfrm>
            <a:off x="713232" y="1838275"/>
            <a:ext cx="3325800" cy="47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solidFill>
                  <a:schemeClr val="lt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2pPr>
            <a:lvl3pPr lvl="2"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3pPr>
            <a:lvl4pPr lvl="3"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4pPr>
            <a:lvl5pPr lvl="4"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5pPr>
            <a:lvl6pPr lvl="5"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6pPr>
            <a:lvl7pPr lvl="6"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7pPr>
            <a:lvl8pPr lvl="7"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8pPr>
            <a:lvl9pPr lvl="8" algn="ctr">
              <a:lnSpc>
                <a:spcPct val="100000"/>
              </a:lnSpc>
              <a:spcBef>
                <a:spcPts val="0"/>
              </a:spcBef>
              <a:spcAft>
                <a:spcPts val="0"/>
              </a:spcAft>
              <a:buSzPts val="1400"/>
              <a:buNone/>
              <a:defRPr>
                <a:solidFill>
                  <a:schemeClr val="lt1"/>
                </a:solidFill>
                <a:latin typeface="Montserrat SemiBold"/>
                <a:ea typeface="Montserrat SemiBold"/>
                <a:cs typeface="Montserrat SemiBold"/>
                <a:sym typeface="Montserrat SemiBold"/>
              </a:defRPr>
            </a:lvl9pPr>
          </a:lstStyle>
          <a:p/>
        </p:txBody>
      </p:sp>
      <p:grpSp>
        <p:nvGrpSpPr>
          <p:cNvPr id="202" name="Google Shape;202;p56"/>
          <p:cNvGrpSpPr/>
          <p:nvPr/>
        </p:nvGrpSpPr>
        <p:grpSpPr>
          <a:xfrm>
            <a:off x="4748175" y="289625"/>
            <a:ext cx="6396725" cy="0"/>
            <a:chOff x="-52825" y="3943350"/>
            <a:chExt cx="6396725" cy="0"/>
          </a:xfrm>
        </p:grpSpPr>
        <p:cxnSp>
          <p:nvCxnSpPr>
            <p:cNvPr id="203" name="Google Shape;203;p56"/>
            <p:cNvCxnSpPr/>
            <p:nvPr/>
          </p:nvCxnSpPr>
          <p:spPr>
            <a:xfrm>
              <a:off x="1940500" y="3943350"/>
              <a:ext cx="4403400" cy="0"/>
            </a:xfrm>
            <a:prstGeom prst="straightConnector1">
              <a:avLst/>
            </a:prstGeom>
            <a:noFill/>
            <a:ln cap="flat" cmpd="sng" w="19050">
              <a:solidFill>
                <a:schemeClr val="dk1"/>
              </a:solidFill>
              <a:prstDash val="solid"/>
              <a:round/>
              <a:headEnd len="sm" w="sm" type="none"/>
              <a:tailEnd len="sm" w="sm" type="none"/>
            </a:ln>
          </p:spPr>
        </p:cxnSp>
        <p:cxnSp>
          <p:nvCxnSpPr>
            <p:cNvPr id="204" name="Google Shape;204;p56"/>
            <p:cNvCxnSpPr/>
            <p:nvPr/>
          </p:nvCxnSpPr>
          <p:spPr>
            <a:xfrm>
              <a:off x="-52825" y="3943350"/>
              <a:ext cx="1968600" cy="0"/>
            </a:xfrm>
            <a:prstGeom prst="straightConnector1">
              <a:avLst/>
            </a:prstGeom>
            <a:noFill/>
            <a:ln cap="flat" cmpd="sng" w="19050">
              <a:solidFill>
                <a:schemeClr val="dk1"/>
              </a:solidFill>
              <a:prstDash val="dot"/>
              <a:round/>
              <a:headEnd len="sm" w="sm" type="none"/>
              <a:tailEnd len="sm" w="sm" type="none"/>
            </a:ln>
          </p:spPr>
        </p:cxn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
    <p:bg>
      <p:bgPr>
        <a:solidFill>
          <a:schemeClr val="dk1"/>
        </a:solidFill>
      </p:bgPr>
    </p:bg>
    <p:spTree>
      <p:nvGrpSpPr>
        <p:cNvPr id="205" name="Shape 205"/>
        <p:cNvGrpSpPr/>
        <p:nvPr/>
      </p:nvGrpSpPr>
      <p:grpSpPr>
        <a:xfrm>
          <a:off x="0" y="0"/>
          <a:ext cx="0" cy="0"/>
          <a:chOff x="0" y="0"/>
          <a:chExt cx="0" cy="0"/>
        </a:xfrm>
      </p:grpSpPr>
      <p:sp>
        <p:nvSpPr>
          <p:cNvPr id="206" name="Google Shape;206;p57"/>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atin typeface="Archivo"/>
                <a:ea typeface="Archivo"/>
                <a:cs typeface="Archivo"/>
                <a:sym typeface="Archivo"/>
              </a:defRPr>
            </a:lvl1pPr>
            <a:lvl2pPr lvl="1" algn="l">
              <a:lnSpc>
                <a:spcPct val="100000"/>
              </a:lnSpc>
              <a:spcBef>
                <a:spcPts val="0"/>
              </a:spcBef>
              <a:spcAft>
                <a:spcPts val="0"/>
              </a:spcAft>
              <a:buSzPts val="2800"/>
              <a:buNone/>
              <a:defRPr>
                <a:latin typeface="Archivo"/>
                <a:ea typeface="Archivo"/>
                <a:cs typeface="Archivo"/>
                <a:sym typeface="Archivo"/>
              </a:defRPr>
            </a:lvl2pPr>
            <a:lvl3pPr lvl="2" algn="l">
              <a:lnSpc>
                <a:spcPct val="100000"/>
              </a:lnSpc>
              <a:spcBef>
                <a:spcPts val="0"/>
              </a:spcBef>
              <a:spcAft>
                <a:spcPts val="0"/>
              </a:spcAft>
              <a:buSzPts val="2800"/>
              <a:buNone/>
              <a:defRPr>
                <a:latin typeface="Archivo"/>
                <a:ea typeface="Archivo"/>
                <a:cs typeface="Archivo"/>
                <a:sym typeface="Archivo"/>
              </a:defRPr>
            </a:lvl3pPr>
            <a:lvl4pPr lvl="3" algn="l">
              <a:lnSpc>
                <a:spcPct val="100000"/>
              </a:lnSpc>
              <a:spcBef>
                <a:spcPts val="0"/>
              </a:spcBef>
              <a:spcAft>
                <a:spcPts val="0"/>
              </a:spcAft>
              <a:buSzPts val="2800"/>
              <a:buNone/>
              <a:defRPr>
                <a:latin typeface="Archivo"/>
                <a:ea typeface="Archivo"/>
                <a:cs typeface="Archivo"/>
                <a:sym typeface="Archivo"/>
              </a:defRPr>
            </a:lvl4pPr>
            <a:lvl5pPr lvl="4" algn="l">
              <a:lnSpc>
                <a:spcPct val="100000"/>
              </a:lnSpc>
              <a:spcBef>
                <a:spcPts val="0"/>
              </a:spcBef>
              <a:spcAft>
                <a:spcPts val="0"/>
              </a:spcAft>
              <a:buSzPts val="2800"/>
              <a:buNone/>
              <a:defRPr>
                <a:latin typeface="Archivo"/>
                <a:ea typeface="Archivo"/>
                <a:cs typeface="Archivo"/>
                <a:sym typeface="Archivo"/>
              </a:defRPr>
            </a:lvl5pPr>
            <a:lvl6pPr lvl="5" algn="l">
              <a:lnSpc>
                <a:spcPct val="100000"/>
              </a:lnSpc>
              <a:spcBef>
                <a:spcPts val="0"/>
              </a:spcBef>
              <a:spcAft>
                <a:spcPts val="0"/>
              </a:spcAft>
              <a:buSzPts val="2800"/>
              <a:buNone/>
              <a:defRPr>
                <a:latin typeface="Archivo"/>
                <a:ea typeface="Archivo"/>
                <a:cs typeface="Archivo"/>
                <a:sym typeface="Archivo"/>
              </a:defRPr>
            </a:lvl6pPr>
            <a:lvl7pPr lvl="6" algn="l">
              <a:lnSpc>
                <a:spcPct val="100000"/>
              </a:lnSpc>
              <a:spcBef>
                <a:spcPts val="0"/>
              </a:spcBef>
              <a:spcAft>
                <a:spcPts val="0"/>
              </a:spcAft>
              <a:buSzPts val="2800"/>
              <a:buNone/>
              <a:defRPr>
                <a:latin typeface="Archivo"/>
                <a:ea typeface="Archivo"/>
                <a:cs typeface="Archivo"/>
                <a:sym typeface="Archivo"/>
              </a:defRPr>
            </a:lvl7pPr>
            <a:lvl8pPr lvl="7" algn="l">
              <a:lnSpc>
                <a:spcPct val="100000"/>
              </a:lnSpc>
              <a:spcBef>
                <a:spcPts val="0"/>
              </a:spcBef>
              <a:spcAft>
                <a:spcPts val="0"/>
              </a:spcAft>
              <a:buSzPts val="2800"/>
              <a:buNone/>
              <a:defRPr>
                <a:latin typeface="Archivo"/>
                <a:ea typeface="Archivo"/>
                <a:cs typeface="Archivo"/>
                <a:sym typeface="Archivo"/>
              </a:defRPr>
            </a:lvl8pPr>
            <a:lvl9pPr lvl="8" algn="l">
              <a:lnSpc>
                <a:spcPct val="100000"/>
              </a:lnSpc>
              <a:spcBef>
                <a:spcPts val="0"/>
              </a:spcBef>
              <a:spcAft>
                <a:spcPts val="0"/>
              </a:spcAft>
              <a:buSzPts val="2800"/>
              <a:buNone/>
              <a:defRPr>
                <a:latin typeface="Archivo"/>
                <a:ea typeface="Archivo"/>
                <a:cs typeface="Archivo"/>
                <a:sym typeface="Archivo"/>
              </a:defRPr>
            </a:lvl9pPr>
          </a:lstStyle>
          <a:p/>
        </p:txBody>
      </p:sp>
      <p:sp>
        <p:nvSpPr>
          <p:cNvPr id="207" name="Google Shape;207;p57"/>
          <p:cNvSpPr/>
          <p:nvPr/>
        </p:nvSpPr>
        <p:spPr>
          <a:xfrm>
            <a:off x="-44100" y="4372700"/>
            <a:ext cx="9232200" cy="871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8" name="Google Shape;208;p57"/>
          <p:cNvGrpSpPr/>
          <p:nvPr/>
        </p:nvGrpSpPr>
        <p:grpSpPr>
          <a:xfrm flipH="1">
            <a:off x="-44100" y="4856100"/>
            <a:ext cx="6396725" cy="0"/>
            <a:chOff x="-52825" y="3943350"/>
            <a:chExt cx="6396725" cy="0"/>
          </a:xfrm>
        </p:grpSpPr>
        <p:cxnSp>
          <p:nvCxnSpPr>
            <p:cNvPr id="209" name="Google Shape;209;p57"/>
            <p:cNvCxnSpPr/>
            <p:nvPr/>
          </p:nvCxnSpPr>
          <p:spPr>
            <a:xfrm>
              <a:off x="1940500" y="3943350"/>
              <a:ext cx="4403400" cy="0"/>
            </a:xfrm>
            <a:prstGeom prst="straightConnector1">
              <a:avLst/>
            </a:prstGeom>
            <a:noFill/>
            <a:ln cap="flat" cmpd="sng" w="19050">
              <a:solidFill>
                <a:schemeClr val="dk2"/>
              </a:solidFill>
              <a:prstDash val="solid"/>
              <a:round/>
              <a:headEnd len="sm" w="sm" type="none"/>
              <a:tailEnd len="sm" w="sm" type="none"/>
            </a:ln>
          </p:spPr>
        </p:cxnSp>
        <p:cxnSp>
          <p:nvCxnSpPr>
            <p:cNvPr id="210" name="Google Shape;210;p57"/>
            <p:cNvCxnSpPr/>
            <p:nvPr/>
          </p:nvCxnSpPr>
          <p:spPr>
            <a:xfrm>
              <a:off x="-52825" y="3943350"/>
              <a:ext cx="1968600" cy="0"/>
            </a:xfrm>
            <a:prstGeom prst="straightConnector1">
              <a:avLst/>
            </a:prstGeom>
            <a:noFill/>
            <a:ln cap="flat" cmpd="sng" w="19050">
              <a:solidFill>
                <a:schemeClr val="dk2"/>
              </a:solidFill>
              <a:prstDash val="dot"/>
              <a:round/>
              <a:headEnd len="sm" w="sm" type="none"/>
              <a:tailEnd len="sm" w="sm" type="none"/>
            </a:ln>
          </p:spPr>
        </p:cxn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_1">
    <p:spTree>
      <p:nvGrpSpPr>
        <p:cNvPr id="211" name="Shape 211"/>
        <p:cNvGrpSpPr/>
        <p:nvPr/>
      </p:nvGrpSpPr>
      <p:grpSpPr>
        <a:xfrm>
          <a:off x="0" y="0"/>
          <a:ext cx="0" cy="0"/>
          <a:chOff x="0" y="0"/>
          <a:chExt cx="0" cy="0"/>
        </a:xfrm>
      </p:grpSpPr>
      <p:sp>
        <p:nvSpPr>
          <p:cNvPr id="212" name="Google Shape;212;p58"/>
          <p:cNvSpPr txBox="1"/>
          <p:nvPr>
            <p:ph type="title"/>
          </p:nvPr>
        </p:nvSpPr>
        <p:spPr>
          <a:xfrm>
            <a:off x="713225" y="539500"/>
            <a:ext cx="4163700" cy="1087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atin typeface="Archivo"/>
                <a:ea typeface="Archivo"/>
                <a:cs typeface="Archivo"/>
                <a:sym typeface="Archivo"/>
              </a:defRPr>
            </a:lvl1pPr>
            <a:lvl2pPr lvl="1" algn="l">
              <a:lnSpc>
                <a:spcPct val="100000"/>
              </a:lnSpc>
              <a:spcBef>
                <a:spcPts val="0"/>
              </a:spcBef>
              <a:spcAft>
                <a:spcPts val="0"/>
              </a:spcAft>
              <a:buSzPts val="2800"/>
              <a:buNone/>
              <a:defRPr>
                <a:latin typeface="Archivo"/>
                <a:ea typeface="Archivo"/>
                <a:cs typeface="Archivo"/>
                <a:sym typeface="Archivo"/>
              </a:defRPr>
            </a:lvl2pPr>
            <a:lvl3pPr lvl="2" algn="l">
              <a:lnSpc>
                <a:spcPct val="100000"/>
              </a:lnSpc>
              <a:spcBef>
                <a:spcPts val="0"/>
              </a:spcBef>
              <a:spcAft>
                <a:spcPts val="0"/>
              </a:spcAft>
              <a:buSzPts val="2800"/>
              <a:buNone/>
              <a:defRPr>
                <a:latin typeface="Archivo"/>
                <a:ea typeface="Archivo"/>
                <a:cs typeface="Archivo"/>
                <a:sym typeface="Archivo"/>
              </a:defRPr>
            </a:lvl3pPr>
            <a:lvl4pPr lvl="3" algn="l">
              <a:lnSpc>
                <a:spcPct val="100000"/>
              </a:lnSpc>
              <a:spcBef>
                <a:spcPts val="0"/>
              </a:spcBef>
              <a:spcAft>
                <a:spcPts val="0"/>
              </a:spcAft>
              <a:buSzPts val="2800"/>
              <a:buNone/>
              <a:defRPr>
                <a:latin typeface="Archivo"/>
                <a:ea typeface="Archivo"/>
                <a:cs typeface="Archivo"/>
                <a:sym typeface="Archivo"/>
              </a:defRPr>
            </a:lvl4pPr>
            <a:lvl5pPr lvl="4" algn="l">
              <a:lnSpc>
                <a:spcPct val="100000"/>
              </a:lnSpc>
              <a:spcBef>
                <a:spcPts val="0"/>
              </a:spcBef>
              <a:spcAft>
                <a:spcPts val="0"/>
              </a:spcAft>
              <a:buSzPts val="2800"/>
              <a:buNone/>
              <a:defRPr>
                <a:latin typeface="Archivo"/>
                <a:ea typeface="Archivo"/>
                <a:cs typeface="Archivo"/>
                <a:sym typeface="Archivo"/>
              </a:defRPr>
            </a:lvl5pPr>
            <a:lvl6pPr lvl="5" algn="l">
              <a:lnSpc>
                <a:spcPct val="100000"/>
              </a:lnSpc>
              <a:spcBef>
                <a:spcPts val="0"/>
              </a:spcBef>
              <a:spcAft>
                <a:spcPts val="0"/>
              </a:spcAft>
              <a:buSzPts val="2800"/>
              <a:buNone/>
              <a:defRPr>
                <a:latin typeface="Archivo"/>
                <a:ea typeface="Archivo"/>
                <a:cs typeface="Archivo"/>
                <a:sym typeface="Archivo"/>
              </a:defRPr>
            </a:lvl6pPr>
            <a:lvl7pPr lvl="6" algn="l">
              <a:lnSpc>
                <a:spcPct val="100000"/>
              </a:lnSpc>
              <a:spcBef>
                <a:spcPts val="0"/>
              </a:spcBef>
              <a:spcAft>
                <a:spcPts val="0"/>
              </a:spcAft>
              <a:buSzPts val="2800"/>
              <a:buNone/>
              <a:defRPr>
                <a:latin typeface="Archivo"/>
                <a:ea typeface="Archivo"/>
                <a:cs typeface="Archivo"/>
                <a:sym typeface="Archivo"/>
              </a:defRPr>
            </a:lvl7pPr>
            <a:lvl8pPr lvl="7" algn="l">
              <a:lnSpc>
                <a:spcPct val="100000"/>
              </a:lnSpc>
              <a:spcBef>
                <a:spcPts val="0"/>
              </a:spcBef>
              <a:spcAft>
                <a:spcPts val="0"/>
              </a:spcAft>
              <a:buSzPts val="2800"/>
              <a:buNone/>
              <a:defRPr>
                <a:latin typeface="Archivo"/>
                <a:ea typeface="Archivo"/>
                <a:cs typeface="Archivo"/>
                <a:sym typeface="Archivo"/>
              </a:defRPr>
            </a:lvl8pPr>
            <a:lvl9pPr lvl="8" algn="l">
              <a:lnSpc>
                <a:spcPct val="100000"/>
              </a:lnSpc>
              <a:spcBef>
                <a:spcPts val="0"/>
              </a:spcBef>
              <a:spcAft>
                <a:spcPts val="0"/>
              </a:spcAft>
              <a:buSzPts val="2800"/>
              <a:buNone/>
              <a:defRPr>
                <a:latin typeface="Archivo"/>
                <a:ea typeface="Archivo"/>
                <a:cs typeface="Archivo"/>
                <a:sym typeface="Archivo"/>
              </a:defRPr>
            </a:lvl9pPr>
          </a:lstStyle>
          <a:p/>
        </p:txBody>
      </p:sp>
      <p:sp>
        <p:nvSpPr>
          <p:cNvPr id="213" name="Google Shape;213;p58"/>
          <p:cNvSpPr/>
          <p:nvPr/>
        </p:nvSpPr>
        <p:spPr>
          <a:xfrm>
            <a:off x="4826525" y="-21600"/>
            <a:ext cx="4387200" cy="51939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4" name="Google Shape;214;p58"/>
          <p:cNvGrpSpPr/>
          <p:nvPr/>
        </p:nvGrpSpPr>
        <p:grpSpPr>
          <a:xfrm>
            <a:off x="390250" y="1925450"/>
            <a:ext cx="0" cy="3279650"/>
            <a:chOff x="397450" y="-362125"/>
            <a:chExt cx="0" cy="3279650"/>
          </a:xfrm>
        </p:grpSpPr>
        <p:cxnSp>
          <p:nvCxnSpPr>
            <p:cNvPr id="215" name="Google Shape;215;p58"/>
            <p:cNvCxnSpPr/>
            <p:nvPr/>
          </p:nvCxnSpPr>
          <p:spPr>
            <a:xfrm rot="10800000">
              <a:off x="397450" y="537625"/>
              <a:ext cx="0" cy="2379900"/>
            </a:xfrm>
            <a:prstGeom prst="straightConnector1">
              <a:avLst/>
            </a:prstGeom>
            <a:noFill/>
            <a:ln cap="flat" cmpd="sng" w="19050">
              <a:solidFill>
                <a:schemeClr val="accent1"/>
              </a:solidFill>
              <a:prstDash val="solid"/>
              <a:round/>
              <a:headEnd len="sm" w="sm" type="none"/>
              <a:tailEnd len="sm" w="sm" type="none"/>
            </a:ln>
          </p:spPr>
        </p:cxnSp>
        <p:cxnSp>
          <p:nvCxnSpPr>
            <p:cNvPr id="216" name="Google Shape;216;p58"/>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Montserrat Medium"/>
              <a:buNone/>
              <a:defRPr b="0" i="0" sz="3000" u="none" cap="none" strike="noStrike">
                <a:solidFill>
                  <a:schemeClr val="dk1"/>
                </a:solidFill>
                <a:latin typeface="Montserrat Medium"/>
                <a:ea typeface="Montserrat Medium"/>
                <a:cs typeface="Montserrat Medium"/>
                <a:sym typeface="Montserrat Medium"/>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8"/>
          <p:cNvSpPr txBox="1"/>
          <p:nvPr>
            <p:ph idx="1" type="body"/>
          </p:nvPr>
        </p:nvSpPr>
        <p:spPr>
          <a:xfrm>
            <a:off x="713225" y="1246950"/>
            <a:ext cx="7717500" cy="3416400"/>
          </a:xfrm>
          <a:prstGeom prst="rect">
            <a:avLst/>
          </a:prstGeom>
          <a:noFill/>
          <a:ln>
            <a:noFill/>
          </a:ln>
        </p:spPr>
        <p:txBody>
          <a:bodyPr anchorCtr="0" anchor="ctr" bIns="91425" lIns="91425" spcFirstLastPara="1" rIns="91425" wrap="square" tIns="91425">
            <a:noAutofit/>
          </a:bodyPr>
          <a:lstStyle>
            <a:lvl1pPr indent="-342900" lvl="0" marL="457200" marR="0" rtl="0" algn="l">
              <a:lnSpc>
                <a:spcPct val="100000"/>
              </a:lnSpc>
              <a:spcBef>
                <a:spcPts val="0"/>
              </a:spcBef>
              <a:spcAft>
                <a:spcPts val="0"/>
              </a:spcAft>
              <a:buClr>
                <a:schemeClr val="dk1"/>
              </a:buClr>
              <a:buSzPts val="1800"/>
              <a:buFont typeface="Raleway"/>
              <a:buChar char="●"/>
              <a:defRPr b="0" i="0" sz="1800" u="none" cap="none" strike="noStrike">
                <a:solidFill>
                  <a:schemeClr val="dk1"/>
                </a:solidFill>
                <a:latin typeface="Raleway"/>
                <a:ea typeface="Raleway"/>
                <a:cs typeface="Raleway"/>
                <a:sym typeface="Raleway"/>
              </a:defRPr>
            </a:lvl1pPr>
            <a:lvl2pPr indent="-317500" lvl="1" marL="914400" marR="0" rtl="0" algn="l">
              <a:lnSpc>
                <a:spcPct val="100000"/>
              </a:lnSpc>
              <a:spcBef>
                <a:spcPts val="0"/>
              </a:spcBef>
              <a:spcAft>
                <a:spcPts val="0"/>
              </a:spcAft>
              <a:buClr>
                <a:schemeClr val="dk1"/>
              </a:buClr>
              <a:buSzPts val="1400"/>
              <a:buFont typeface="Raleway"/>
              <a:buChar char="○"/>
              <a:defRPr b="0" i="0" sz="1400" u="none" cap="none" strike="noStrike">
                <a:solidFill>
                  <a:schemeClr val="dk1"/>
                </a:solidFill>
                <a:latin typeface="Raleway"/>
                <a:ea typeface="Raleway"/>
                <a:cs typeface="Raleway"/>
                <a:sym typeface="Raleway"/>
              </a:defRPr>
            </a:lvl2pPr>
            <a:lvl3pPr indent="-317500" lvl="2" marL="1371600" marR="0" rtl="0" algn="l">
              <a:lnSpc>
                <a:spcPct val="100000"/>
              </a:lnSpc>
              <a:spcBef>
                <a:spcPts val="0"/>
              </a:spcBef>
              <a:spcAft>
                <a:spcPts val="0"/>
              </a:spcAft>
              <a:buClr>
                <a:schemeClr val="dk1"/>
              </a:buClr>
              <a:buSzPts val="1400"/>
              <a:buFont typeface="Raleway"/>
              <a:buChar char="■"/>
              <a:defRPr b="0" i="0" sz="1400" u="none" cap="none" strike="noStrike">
                <a:solidFill>
                  <a:schemeClr val="dk1"/>
                </a:solidFill>
                <a:latin typeface="Raleway"/>
                <a:ea typeface="Raleway"/>
                <a:cs typeface="Raleway"/>
                <a:sym typeface="Raleway"/>
              </a:defRPr>
            </a:lvl3pPr>
            <a:lvl4pPr indent="-317500" lvl="3" marL="1828800" marR="0" rtl="0" algn="l">
              <a:lnSpc>
                <a:spcPct val="100000"/>
              </a:lnSpc>
              <a:spcBef>
                <a:spcPts val="0"/>
              </a:spcBef>
              <a:spcAft>
                <a:spcPts val="0"/>
              </a:spcAft>
              <a:buClr>
                <a:schemeClr val="dk1"/>
              </a:buClr>
              <a:buSzPts val="1400"/>
              <a:buFont typeface="Raleway"/>
              <a:buChar char="●"/>
              <a:defRPr b="0" i="0" sz="1400" u="none" cap="none" strike="noStrike">
                <a:solidFill>
                  <a:schemeClr val="dk1"/>
                </a:solidFill>
                <a:latin typeface="Raleway"/>
                <a:ea typeface="Raleway"/>
                <a:cs typeface="Raleway"/>
                <a:sym typeface="Raleway"/>
              </a:defRPr>
            </a:lvl4pPr>
            <a:lvl5pPr indent="-317500" lvl="4" marL="2286000" marR="0" rtl="0" algn="l">
              <a:lnSpc>
                <a:spcPct val="100000"/>
              </a:lnSpc>
              <a:spcBef>
                <a:spcPts val="0"/>
              </a:spcBef>
              <a:spcAft>
                <a:spcPts val="0"/>
              </a:spcAft>
              <a:buClr>
                <a:schemeClr val="dk1"/>
              </a:buClr>
              <a:buSzPts val="1400"/>
              <a:buFont typeface="Raleway"/>
              <a:buChar char="○"/>
              <a:defRPr b="0" i="0" sz="1400" u="none" cap="none" strike="noStrike">
                <a:solidFill>
                  <a:schemeClr val="dk1"/>
                </a:solidFill>
                <a:latin typeface="Raleway"/>
                <a:ea typeface="Raleway"/>
                <a:cs typeface="Raleway"/>
                <a:sym typeface="Raleway"/>
              </a:defRPr>
            </a:lvl5pPr>
            <a:lvl6pPr indent="-317500" lvl="5" marL="2743200" marR="0" rtl="0" algn="l">
              <a:lnSpc>
                <a:spcPct val="100000"/>
              </a:lnSpc>
              <a:spcBef>
                <a:spcPts val="0"/>
              </a:spcBef>
              <a:spcAft>
                <a:spcPts val="0"/>
              </a:spcAft>
              <a:buClr>
                <a:schemeClr val="dk1"/>
              </a:buClr>
              <a:buSzPts val="1400"/>
              <a:buFont typeface="Raleway"/>
              <a:buChar char="■"/>
              <a:defRPr b="0" i="0" sz="1400" u="none" cap="none" strike="noStrike">
                <a:solidFill>
                  <a:schemeClr val="dk1"/>
                </a:solidFill>
                <a:latin typeface="Raleway"/>
                <a:ea typeface="Raleway"/>
                <a:cs typeface="Raleway"/>
                <a:sym typeface="Raleway"/>
              </a:defRPr>
            </a:lvl6pPr>
            <a:lvl7pPr indent="-317500" lvl="6" marL="3200400" marR="0" rtl="0" algn="l">
              <a:lnSpc>
                <a:spcPct val="100000"/>
              </a:lnSpc>
              <a:spcBef>
                <a:spcPts val="0"/>
              </a:spcBef>
              <a:spcAft>
                <a:spcPts val="0"/>
              </a:spcAft>
              <a:buClr>
                <a:schemeClr val="dk1"/>
              </a:buClr>
              <a:buSzPts val="1400"/>
              <a:buFont typeface="Raleway"/>
              <a:buChar char="●"/>
              <a:defRPr b="0" i="0" sz="1400" u="none" cap="none" strike="noStrike">
                <a:solidFill>
                  <a:schemeClr val="dk1"/>
                </a:solidFill>
                <a:latin typeface="Raleway"/>
                <a:ea typeface="Raleway"/>
                <a:cs typeface="Raleway"/>
                <a:sym typeface="Raleway"/>
              </a:defRPr>
            </a:lvl7pPr>
            <a:lvl8pPr indent="-317500" lvl="7" marL="3657600" marR="0" rtl="0" algn="l">
              <a:lnSpc>
                <a:spcPct val="100000"/>
              </a:lnSpc>
              <a:spcBef>
                <a:spcPts val="0"/>
              </a:spcBef>
              <a:spcAft>
                <a:spcPts val="0"/>
              </a:spcAft>
              <a:buClr>
                <a:schemeClr val="dk1"/>
              </a:buClr>
              <a:buSzPts val="1400"/>
              <a:buFont typeface="Raleway"/>
              <a:buChar char="○"/>
              <a:defRPr b="0" i="0" sz="1400" u="none" cap="none" strike="noStrike">
                <a:solidFill>
                  <a:schemeClr val="dk1"/>
                </a:solidFill>
                <a:latin typeface="Raleway"/>
                <a:ea typeface="Raleway"/>
                <a:cs typeface="Raleway"/>
                <a:sym typeface="Raleway"/>
              </a:defRPr>
            </a:lvl8pPr>
            <a:lvl9pPr indent="-317500" lvl="8" marL="4114800" marR="0" rtl="0" algn="l">
              <a:lnSpc>
                <a:spcPct val="100000"/>
              </a:lnSpc>
              <a:spcBef>
                <a:spcPts val="0"/>
              </a:spcBef>
              <a:spcAft>
                <a:spcPts val="0"/>
              </a:spcAft>
              <a:buClr>
                <a:schemeClr val="dk1"/>
              </a:buClr>
              <a:buSzPts val="1400"/>
              <a:buFont typeface="Raleway"/>
              <a:buChar char="■"/>
              <a:defRPr b="0" i="0" sz="1400" u="none" cap="none" strike="noStrike">
                <a:solidFill>
                  <a:schemeClr val="dk1"/>
                </a:solidFill>
                <a:latin typeface="Raleway"/>
                <a:ea typeface="Raleway"/>
                <a:cs typeface="Raleway"/>
                <a:sym typeface="Raleway"/>
              </a:defRPr>
            </a:lvl9pPr>
          </a:lstStyle>
          <a:p/>
        </p:txBody>
      </p:sp>
      <p:sp>
        <p:nvSpPr>
          <p:cNvPr id="8" name="Google Shape;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pos="5311">
          <p15:clr>
            <a:srgbClr val="EA4335"/>
          </p15:clr>
        </p15:guide>
        <p15:guide id="4" pos="449">
          <p15:clr>
            <a:srgbClr val="EA4335"/>
          </p15:clr>
        </p15:guide>
        <p15:guide id="5" orient="horz" pos="340">
          <p15:clr>
            <a:srgbClr val="EA4335"/>
          </p15:clr>
        </p15:guide>
        <p15:guide id="6" orient="horz" pos="290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1.jpg"/><Relationship Id="rId5" Type="http://schemas.openxmlformats.org/officeDocument/2006/relationships/image" Target="../media/image6.jpg"/><Relationship Id="rId6" Type="http://schemas.openxmlformats.org/officeDocument/2006/relationships/image" Target="../media/image37.jpg"/><Relationship Id="rId7"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38.png"/><Relationship Id="rId5"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 Id="rId3" Type="http://schemas.openxmlformats.org/officeDocument/2006/relationships/image" Target="../media/image44.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20" name="Shape 220"/>
        <p:cNvGrpSpPr/>
        <p:nvPr/>
      </p:nvGrpSpPr>
      <p:grpSpPr>
        <a:xfrm>
          <a:off x="0" y="0"/>
          <a:ext cx="0" cy="0"/>
          <a:chOff x="0" y="0"/>
          <a:chExt cx="0" cy="0"/>
        </a:xfrm>
      </p:grpSpPr>
      <p:pic>
        <p:nvPicPr>
          <p:cNvPr id="221" name="Google Shape;221;p1"/>
          <p:cNvPicPr preferRelativeResize="0"/>
          <p:nvPr/>
        </p:nvPicPr>
        <p:blipFill rotWithShape="1">
          <a:blip r:embed="rId3">
            <a:alphaModFix/>
          </a:blip>
          <a:srcRect b="0" l="19642" r="43742" t="0"/>
          <a:stretch/>
        </p:blipFill>
        <p:spPr>
          <a:xfrm>
            <a:off x="3339000" y="0"/>
            <a:ext cx="5805000" cy="5143500"/>
          </a:xfrm>
          <a:prstGeom prst="rect">
            <a:avLst/>
          </a:prstGeom>
          <a:noFill/>
          <a:ln>
            <a:noFill/>
          </a:ln>
        </p:spPr>
      </p:pic>
      <p:sp>
        <p:nvSpPr>
          <p:cNvPr id="222" name="Google Shape;222;p1"/>
          <p:cNvSpPr/>
          <p:nvPr/>
        </p:nvSpPr>
        <p:spPr>
          <a:xfrm>
            <a:off x="574225" y="0"/>
            <a:ext cx="5251200" cy="5143500"/>
          </a:xfrm>
          <a:prstGeom prst="parallelogram">
            <a:avLst>
              <a:gd fmla="val 25000" name="adj"/>
            </a:avLst>
          </a:prstGeom>
          <a:solidFill>
            <a:schemeClr val="accent1"/>
          </a:solidFill>
          <a:ln>
            <a:noFill/>
          </a:ln>
          <a:effectLst>
            <a:outerShdw blurRad="71438" rotWithShape="0" algn="bl" dir="9720000" dist="85725">
              <a:srgbClr val="000000">
                <a:alpha val="2470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
          <p:cNvSpPr txBox="1"/>
          <p:nvPr>
            <p:ph type="ctrTitle"/>
          </p:nvPr>
        </p:nvSpPr>
        <p:spPr>
          <a:xfrm>
            <a:off x="1175725" y="825938"/>
            <a:ext cx="3892500" cy="2895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fr" sz="4800"/>
              <a:t>ARKHEION</a:t>
            </a:r>
            <a:endParaRPr sz="4800"/>
          </a:p>
        </p:txBody>
      </p:sp>
      <p:sp>
        <p:nvSpPr>
          <p:cNvPr id="224" name="Google Shape;224;p1"/>
          <p:cNvSpPr txBox="1"/>
          <p:nvPr>
            <p:ph idx="1" type="subTitle"/>
          </p:nvPr>
        </p:nvSpPr>
        <p:spPr>
          <a:xfrm>
            <a:off x="713225" y="4164850"/>
            <a:ext cx="4285500" cy="720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a:t>Agnes Barbosa, Nathan Cavalcante, Wellington Coutinho, Wilson Melo</a:t>
            </a:r>
            <a:endParaRPr/>
          </a:p>
        </p:txBody>
      </p:sp>
      <p:grpSp>
        <p:nvGrpSpPr>
          <p:cNvPr id="225" name="Google Shape;225;p1"/>
          <p:cNvGrpSpPr/>
          <p:nvPr/>
        </p:nvGrpSpPr>
        <p:grpSpPr>
          <a:xfrm>
            <a:off x="-52825" y="3943350"/>
            <a:ext cx="5318225" cy="0"/>
            <a:chOff x="-52825" y="3943350"/>
            <a:chExt cx="5318225" cy="0"/>
          </a:xfrm>
        </p:grpSpPr>
        <p:cxnSp>
          <p:nvCxnSpPr>
            <p:cNvPr id="226" name="Google Shape;226;p1"/>
            <p:cNvCxnSpPr/>
            <p:nvPr/>
          </p:nvCxnSpPr>
          <p:spPr>
            <a:xfrm>
              <a:off x="1940500" y="3943350"/>
              <a:ext cx="3324900" cy="0"/>
            </a:xfrm>
            <a:prstGeom prst="straightConnector1">
              <a:avLst/>
            </a:prstGeom>
            <a:noFill/>
            <a:ln cap="flat" cmpd="sng" w="19050">
              <a:solidFill>
                <a:schemeClr val="dk2"/>
              </a:solidFill>
              <a:prstDash val="solid"/>
              <a:round/>
              <a:headEnd len="sm" w="sm" type="none"/>
              <a:tailEnd len="sm" w="sm" type="none"/>
            </a:ln>
          </p:spPr>
        </p:cxnSp>
        <p:cxnSp>
          <p:nvCxnSpPr>
            <p:cNvPr id="227" name="Google Shape;227;p1"/>
            <p:cNvCxnSpPr/>
            <p:nvPr/>
          </p:nvCxnSpPr>
          <p:spPr>
            <a:xfrm>
              <a:off x="-52825" y="3943350"/>
              <a:ext cx="1968600" cy="0"/>
            </a:xfrm>
            <a:prstGeom prst="straightConnector1">
              <a:avLst/>
            </a:prstGeom>
            <a:noFill/>
            <a:ln cap="flat" cmpd="sng" w="19050">
              <a:solidFill>
                <a:schemeClr val="dk2"/>
              </a:solidFill>
              <a:prstDash val="dot"/>
              <a:round/>
              <a:headEnd len="sm" w="sm" type="none"/>
              <a:tailEnd len="sm" w="sm" type="none"/>
            </a:ln>
          </p:spPr>
        </p:cxn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1" name="Shape 231"/>
        <p:cNvGrpSpPr/>
        <p:nvPr/>
      </p:nvGrpSpPr>
      <p:grpSpPr>
        <a:xfrm>
          <a:off x="0" y="0"/>
          <a:ext cx="0" cy="0"/>
          <a:chOff x="0" y="0"/>
          <a:chExt cx="0" cy="0"/>
        </a:xfrm>
      </p:grpSpPr>
      <p:pic>
        <p:nvPicPr>
          <p:cNvPr id="232" name="Google Shape;232;p2"/>
          <p:cNvPicPr preferRelativeResize="0"/>
          <p:nvPr/>
        </p:nvPicPr>
        <p:blipFill rotWithShape="1">
          <a:blip r:embed="rId3">
            <a:alphaModFix/>
          </a:blip>
          <a:srcRect b="15554" l="3366" r="2869" t="14441"/>
          <a:stretch/>
        </p:blipFill>
        <p:spPr>
          <a:xfrm>
            <a:off x="5099625" y="2857025"/>
            <a:ext cx="1056600" cy="1028400"/>
          </a:xfrm>
          <a:prstGeom prst="ellipse">
            <a:avLst/>
          </a:prstGeom>
          <a:noFill/>
          <a:ln>
            <a:noFill/>
          </a:ln>
        </p:spPr>
      </p:pic>
      <p:pic>
        <p:nvPicPr>
          <p:cNvPr id="233" name="Google Shape;233;p2"/>
          <p:cNvPicPr preferRelativeResize="0"/>
          <p:nvPr/>
        </p:nvPicPr>
        <p:blipFill rotWithShape="1">
          <a:blip r:embed="rId4">
            <a:alphaModFix/>
          </a:blip>
          <a:srcRect b="0" l="2959" r="0" t="9"/>
          <a:stretch/>
        </p:blipFill>
        <p:spPr>
          <a:xfrm>
            <a:off x="6884450" y="2847525"/>
            <a:ext cx="1056600" cy="1028400"/>
          </a:xfrm>
          <a:prstGeom prst="ellipse">
            <a:avLst/>
          </a:prstGeom>
          <a:noFill/>
          <a:ln>
            <a:noFill/>
          </a:ln>
        </p:spPr>
      </p:pic>
      <p:pic>
        <p:nvPicPr>
          <p:cNvPr id="234" name="Google Shape;234;p2"/>
          <p:cNvPicPr preferRelativeResize="0"/>
          <p:nvPr/>
        </p:nvPicPr>
        <p:blipFill rotWithShape="1">
          <a:blip r:embed="rId5">
            <a:alphaModFix/>
          </a:blip>
          <a:srcRect b="37215" l="-999" r="-988" t="7965"/>
          <a:stretch/>
        </p:blipFill>
        <p:spPr>
          <a:xfrm>
            <a:off x="3377275" y="2847525"/>
            <a:ext cx="1056600" cy="1028400"/>
          </a:xfrm>
          <a:prstGeom prst="ellipse">
            <a:avLst/>
          </a:prstGeom>
          <a:noFill/>
          <a:ln>
            <a:noFill/>
          </a:ln>
        </p:spPr>
      </p:pic>
      <p:pic>
        <p:nvPicPr>
          <p:cNvPr id="235" name="Google Shape;235;p2"/>
          <p:cNvPicPr preferRelativeResize="0"/>
          <p:nvPr/>
        </p:nvPicPr>
        <p:blipFill rotWithShape="1">
          <a:blip r:embed="rId6">
            <a:alphaModFix/>
          </a:blip>
          <a:srcRect b="31893" l="0" r="0" t="1440"/>
          <a:stretch/>
        </p:blipFill>
        <p:spPr>
          <a:xfrm>
            <a:off x="1612475" y="2857025"/>
            <a:ext cx="1056600" cy="1028400"/>
          </a:xfrm>
          <a:prstGeom prst="ellipse">
            <a:avLst/>
          </a:prstGeom>
          <a:noFill/>
          <a:ln>
            <a:noFill/>
          </a:ln>
        </p:spPr>
      </p:pic>
      <p:sp>
        <p:nvSpPr>
          <p:cNvPr id="236" name="Google Shape;236;p2"/>
          <p:cNvSpPr txBox="1"/>
          <p:nvPr>
            <p:ph idx="4294967295" type="ctrTitle"/>
          </p:nvPr>
        </p:nvSpPr>
        <p:spPr>
          <a:xfrm>
            <a:off x="2625750" y="-7"/>
            <a:ext cx="3892500" cy="1377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Montserrat Medium"/>
              <a:buNone/>
            </a:pPr>
            <a:r>
              <a:rPr b="1" i="0" lang="fr" sz="3000" u="none" cap="none" strike="noStrike">
                <a:solidFill>
                  <a:schemeClr val="lt1"/>
                </a:solidFill>
                <a:latin typeface="Montserrat"/>
                <a:ea typeface="Montserrat"/>
                <a:cs typeface="Montserrat"/>
                <a:sym typeface="Montserrat"/>
              </a:rPr>
              <a:t>INTEGRANTES</a:t>
            </a:r>
            <a:endParaRPr b="1" i="0" sz="3000" u="none" cap="none" strike="noStrike">
              <a:solidFill>
                <a:schemeClr val="lt1"/>
              </a:solidFill>
              <a:latin typeface="Montserrat"/>
              <a:ea typeface="Montserrat"/>
              <a:cs typeface="Montserrat"/>
              <a:sym typeface="Montserrat"/>
            </a:endParaRPr>
          </a:p>
        </p:txBody>
      </p:sp>
      <p:sp>
        <p:nvSpPr>
          <p:cNvPr id="237" name="Google Shape;237;p2"/>
          <p:cNvSpPr txBox="1"/>
          <p:nvPr>
            <p:ph idx="4294967295" type="ctrTitle"/>
          </p:nvPr>
        </p:nvSpPr>
        <p:spPr>
          <a:xfrm>
            <a:off x="1520225" y="3748200"/>
            <a:ext cx="1308900" cy="99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Montserrat Medium"/>
              <a:buNone/>
            </a:pPr>
            <a:r>
              <a:rPr b="0" i="0" lang="fr" sz="1200" u="none" cap="none" strike="noStrike">
                <a:solidFill>
                  <a:schemeClr val="lt1"/>
                </a:solidFill>
                <a:latin typeface="Montserrat Medium"/>
                <a:ea typeface="Montserrat Medium"/>
                <a:cs typeface="Montserrat Medium"/>
                <a:sym typeface="Montserrat Medium"/>
              </a:rPr>
              <a:t>Agnes Barbosa</a:t>
            </a:r>
            <a:endParaRPr b="0" i="0" sz="1200" u="none" cap="none" strike="noStrike">
              <a:solidFill>
                <a:schemeClr val="lt1"/>
              </a:solidFill>
              <a:latin typeface="Montserrat Medium"/>
              <a:ea typeface="Montserrat Medium"/>
              <a:cs typeface="Montserrat Medium"/>
              <a:sym typeface="Montserrat Medium"/>
            </a:endParaRPr>
          </a:p>
        </p:txBody>
      </p:sp>
      <p:sp>
        <p:nvSpPr>
          <p:cNvPr id="238" name="Google Shape;238;p2"/>
          <p:cNvSpPr txBox="1"/>
          <p:nvPr>
            <p:ph idx="4294967295" type="ctrTitle"/>
          </p:nvPr>
        </p:nvSpPr>
        <p:spPr>
          <a:xfrm>
            <a:off x="3177288" y="3748200"/>
            <a:ext cx="1486800" cy="99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Montserrat Medium"/>
              <a:buNone/>
            </a:pPr>
            <a:r>
              <a:rPr b="0" i="0" lang="fr" sz="1200" u="none" cap="none" strike="noStrike">
                <a:solidFill>
                  <a:schemeClr val="lt1"/>
                </a:solidFill>
                <a:latin typeface="Montserrat Medium"/>
                <a:ea typeface="Montserrat Medium"/>
                <a:cs typeface="Montserrat Medium"/>
                <a:sym typeface="Montserrat Medium"/>
              </a:rPr>
              <a:t>Nathan Cavalcante</a:t>
            </a:r>
            <a:endParaRPr b="0" i="0" sz="1200" u="none" cap="none" strike="noStrike">
              <a:solidFill>
                <a:schemeClr val="lt1"/>
              </a:solidFill>
              <a:latin typeface="Montserrat Medium"/>
              <a:ea typeface="Montserrat Medium"/>
              <a:cs typeface="Montserrat Medium"/>
              <a:sym typeface="Montserrat Medium"/>
            </a:endParaRPr>
          </a:p>
        </p:txBody>
      </p:sp>
      <p:sp>
        <p:nvSpPr>
          <p:cNvPr id="239" name="Google Shape;239;p2"/>
          <p:cNvSpPr txBox="1"/>
          <p:nvPr>
            <p:ph idx="4294967295" type="ctrTitle"/>
          </p:nvPr>
        </p:nvSpPr>
        <p:spPr>
          <a:xfrm>
            <a:off x="4884513" y="3748200"/>
            <a:ext cx="1486800" cy="99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Montserrat Medium"/>
              <a:buNone/>
            </a:pPr>
            <a:r>
              <a:rPr b="0" i="0" lang="fr" sz="1200" u="none" cap="none" strike="noStrike">
                <a:solidFill>
                  <a:schemeClr val="lt1"/>
                </a:solidFill>
                <a:latin typeface="Montserrat Medium"/>
                <a:ea typeface="Montserrat Medium"/>
                <a:cs typeface="Montserrat Medium"/>
                <a:sym typeface="Montserrat Medium"/>
              </a:rPr>
              <a:t>Wellington Coutinho </a:t>
            </a:r>
            <a:endParaRPr b="0" i="0" sz="1200" u="none" cap="none" strike="noStrike">
              <a:solidFill>
                <a:schemeClr val="lt1"/>
              </a:solidFill>
              <a:latin typeface="Montserrat Medium"/>
              <a:ea typeface="Montserrat Medium"/>
              <a:cs typeface="Montserrat Medium"/>
              <a:sym typeface="Montserrat Medium"/>
            </a:endParaRPr>
          </a:p>
        </p:txBody>
      </p:sp>
      <p:sp>
        <p:nvSpPr>
          <p:cNvPr id="240" name="Google Shape;240;p2"/>
          <p:cNvSpPr txBox="1"/>
          <p:nvPr>
            <p:ph idx="4294967295" type="ctrTitle"/>
          </p:nvPr>
        </p:nvSpPr>
        <p:spPr>
          <a:xfrm>
            <a:off x="6669338" y="3748200"/>
            <a:ext cx="1486800" cy="99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Montserrat Medium"/>
              <a:buNone/>
            </a:pPr>
            <a:r>
              <a:rPr b="0" i="0" lang="fr" sz="1200" u="none" cap="none" strike="noStrike">
                <a:solidFill>
                  <a:schemeClr val="lt1"/>
                </a:solidFill>
                <a:latin typeface="Montserrat Medium"/>
                <a:ea typeface="Montserrat Medium"/>
                <a:cs typeface="Montserrat Medium"/>
                <a:sym typeface="Montserrat Medium"/>
              </a:rPr>
              <a:t>Wilson</a:t>
            </a:r>
            <a:endParaRPr b="0" i="0" sz="1200" u="none" cap="none" strike="noStrike">
              <a:solidFill>
                <a:schemeClr val="lt1"/>
              </a:solidFill>
              <a:latin typeface="Montserrat Medium"/>
              <a:ea typeface="Montserrat Medium"/>
              <a:cs typeface="Montserrat Medium"/>
              <a:sym typeface="Montserrat Medium"/>
            </a:endParaRPr>
          </a:p>
          <a:p>
            <a:pPr indent="0" lvl="0" marL="0" marR="0" rtl="0" algn="ctr">
              <a:lnSpc>
                <a:spcPct val="100000"/>
              </a:lnSpc>
              <a:spcBef>
                <a:spcPts val="0"/>
              </a:spcBef>
              <a:spcAft>
                <a:spcPts val="0"/>
              </a:spcAft>
              <a:buClr>
                <a:schemeClr val="dk1"/>
              </a:buClr>
              <a:buSzPts val="3000"/>
              <a:buFont typeface="Montserrat Medium"/>
              <a:buNone/>
            </a:pPr>
            <a:r>
              <a:rPr b="0" i="0" lang="fr" sz="1200" u="none" cap="none" strike="noStrike">
                <a:solidFill>
                  <a:schemeClr val="lt1"/>
                </a:solidFill>
                <a:latin typeface="Montserrat Medium"/>
                <a:ea typeface="Montserrat Medium"/>
                <a:cs typeface="Montserrat Medium"/>
                <a:sym typeface="Montserrat Medium"/>
              </a:rPr>
              <a:t> Melo</a:t>
            </a:r>
            <a:endParaRPr b="0" i="0" sz="1200" u="none" cap="none" strike="noStrike">
              <a:solidFill>
                <a:schemeClr val="lt1"/>
              </a:solidFill>
              <a:latin typeface="Montserrat Medium"/>
              <a:ea typeface="Montserrat Medium"/>
              <a:cs typeface="Montserrat Medium"/>
              <a:sym typeface="Montserrat Medium"/>
            </a:endParaRPr>
          </a:p>
        </p:txBody>
      </p:sp>
      <p:pic>
        <p:nvPicPr>
          <p:cNvPr id="241" name="Google Shape;241;p2"/>
          <p:cNvPicPr preferRelativeResize="0"/>
          <p:nvPr/>
        </p:nvPicPr>
        <p:blipFill rotWithShape="1">
          <a:blip r:embed="rId7">
            <a:alphaModFix/>
          </a:blip>
          <a:srcRect b="0" l="0" r="0" t="0"/>
          <a:stretch/>
        </p:blipFill>
        <p:spPr>
          <a:xfrm>
            <a:off x="2829125" y="1008750"/>
            <a:ext cx="1486800" cy="1486800"/>
          </a:xfrm>
          <a:prstGeom prst="ellipse">
            <a:avLst/>
          </a:prstGeom>
          <a:noFill/>
          <a:ln>
            <a:noFill/>
          </a:ln>
        </p:spPr>
      </p:pic>
      <p:sp>
        <p:nvSpPr>
          <p:cNvPr id="242" name="Google Shape;242;p2"/>
          <p:cNvSpPr txBox="1"/>
          <p:nvPr>
            <p:ph idx="4294967295" type="ctrTitle"/>
          </p:nvPr>
        </p:nvSpPr>
        <p:spPr>
          <a:xfrm>
            <a:off x="4433878" y="1254450"/>
            <a:ext cx="1829100" cy="99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Montserrat Medium"/>
              <a:buNone/>
            </a:pPr>
            <a:r>
              <a:rPr b="0" i="0" lang="fr" sz="1300" u="none" cap="none" strike="noStrike">
                <a:solidFill>
                  <a:schemeClr val="lt1"/>
                </a:solidFill>
                <a:latin typeface="Montserrat Medium"/>
                <a:ea typeface="Montserrat Medium"/>
                <a:cs typeface="Montserrat Medium"/>
                <a:sym typeface="Montserrat Medium"/>
              </a:rPr>
              <a:t>Fellipe Aleixo</a:t>
            </a:r>
            <a:endParaRPr b="0" i="0" sz="1300" u="none" cap="none" strike="noStrike">
              <a:solidFill>
                <a:schemeClr val="lt1"/>
              </a:solidFill>
              <a:latin typeface="Montserrat Medium"/>
              <a:ea typeface="Montserrat Medium"/>
              <a:cs typeface="Montserrat Medium"/>
              <a:sym typeface="Montserrat Medium"/>
            </a:endParaRPr>
          </a:p>
          <a:p>
            <a:pPr indent="0" lvl="0" marL="0" marR="0" rtl="0" algn="ctr">
              <a:lnSpc>
                <a:spcPct val="100000"/>
              </a:lnSpc>
              <a:spcBef>
                <a:spcPts val="0"/>
              </a:spcBef>
              <a:spcAft>
                <a:spcPts val="0"/>
              </a:spcAft>
              <a:buClr>
                <a:schemeClr val="dk1"/>
              </a:buClr>
              <a:buSzPts val="3000"/>
              <a:buFont typeface="Montserrat Medium"/>
              <a:buNone/>
            </a:pPr>
            <a:r>
              <a:rPr b="0" i="0" lang="fr" sz="1300" u="none" cap="none" strike="noStrike">
                <a:solidFill>
                  <a:schemeClr val="lt1"/>
                </a:solidFill>
                <a:latin typeface="Montserrat Medium"/>
                <a:ea typeface="Montserrat Medium"/>
                <a:cs typeface="Montserrat Medium"/>
                <a:sym typeface="Montserrat Medium"/>
              </a:rPr>
              <a:t>GERENTE DE PROJETO</a:t>
            </a:r>
            <a:endParaRPr b="0" i="0" sz="1300" u="none" cap="none" strike="noStrike">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pic>
        <p:nvPicPr>
          <p:cNvPr id="247" name="Google Shape;247;p3"/>
          <p:cNvPicPr preferRelativeResize="0"/>
          <p:nvPr/>
        </p:nvPicPr>
        <p:blipFill rotWithShape="1">
          <a:blip r:embed="rId3">
            <a:alphaModFix/>
          </a:blip>
          <a:srcRect b="0" l="0" r="0" t="0"/>
          <a:stretch/>
        </p:blipFill>
        <p:spPr>
          <a:xfrm>
            <a:off x="1092200" y="917575"/>
            <a:ext cx="6705600" cy="3028950"/>
          </a:xfrm>
          <a:prstGeom prst="rect">
            <a:avLst/>
          </a:prstGeom>
          <a:noFill/>
          <a:ln>
            <a:noFill/>
          </a:ln>
        </p:spPr>
      </p:pic>
      <p:sp>
        <p:nvSpPr>
          <p:cNvPr id="248" name="Google Shape;248;p3"/>
          <p:cNvSpPr/>
          <p:nvPr/>
        </p:nvSpPr>
        <p:spPr>
          <a:xfrm>
            <a:off x="0" y="3810000"/>
            <a:ext cx="9144000" cy="1333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aleway"/>
              <a:ea typeface="Raleway"/>
              <a:cs typeface="Raleway"/>
              <a:sym typeface="Raleway"/>
            </a:endParaRPr>
          </a:p>
        </p:txBody>
      </p:sp>
      <p:cxnSp>
        <p:nvCxnSpPr>
          <p:cNvPr id="249" name="Google Shape;249;p3"/>
          <p:cNvCxnSpPr/>
          <p:nvPr/>
        </p:nvCxnSpPr>
        <p:spPr>
          <a:xfrm flipH="1" rot="10800000">
            <a:off x="393700" y="523900"/>
            <a:ext cx="4178400" cy="9300"/>
          </a:xfrm>
          <a:prstGeom prst="straightConnector1">
            <a:avLst/>
          </a:prstGeom>
          <a:noFill/>
          <a:ln cap="flat" cmpd="sng" w="19050">
            <a:solidFill>
              <a:schemeClr val="accent1"/>
            </a:solidFill>
            <a:prstDash val="solid"/>
            <a:round/>
            <a:headEnd len="sm" w="sm" type="none"/>
            <a:tailEnd len="sm" w="sm" type="none"/>
          </a:ln>
        </p:spPr>
      </p:cxnSp>
      <p:sp>
        <p:nvSpPr>
          <p:cNvPr id="250" name="Google Shape;250;p3"/>
          <p:cNvSpPr txBox="1"/>
          <p:nvPr>
            <p:ph idx="4294967295" type="ctrTitle"/>
          </p:nvPr>
        </p:nvSpPr>
        <p:spPr>
          <a:xfrm>
            <a:off x="1114950" y="3872400"/>
            <a:ext cx="6914100" cy="120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Montserrat Medium"/>
              <a:buNone/>
            </a:pPr>
            <a:r>
              <a:rPr b="1" i="0" lang="fr" sz="4800" u="none" cap="none" strike="noStrike">
                <a:solidFill>
                  <a:schemeClr val="lt1"/>
                </a:solidFill>
                <a:latin typeface="Montserrat"/>
                <a:ea typeface="Montserrat"/>
                <a:cs typeface="Montserrat"/>
                <a:sym typeface="Montserrat"/>
              </a:rPr>
              <a:t>LOGO DO PROJETO</a:t>
            </a:r>
            <a:endParaRPr b="1" i="0" sz="4800" u="none" cap="none" strike="noStrike">
              <a:solidFill>
                <a:schemeClr val="lt1"/>
              </a:solidFill>
              <a:latin typeface="Montserrat"/>
              <a:ea typeface="Montserrat"/>
              <a:cs typeface="Montserrat"/>
              <a:sym typeface="Montserrat"/>
            </a:endParaRPr>
          </a:p>
        </p:txBody>
      </p:sp>
      <p:cxnSp>
        <p:nvCxnSpPr>
          <p:cNvPr id="251" name="Google Shape;251;p3"/>
          <p:cNvCxnSpPr/>
          <p:nvPr/>
        </p:nvCxnSpPr>
        <p:spPr>
          <a:xfrm>
            <a:off x="393700" y="546100"/>
            <a:ext cx="0" cy="3416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55" name="Shape 255"/>
        <p:cNvGrpSpPr/>
        <p:nvPr/>
      </p:nvGrpSpPr>
      <p:grpSpPr>
        <a:xfrm>
          <a:off x="0" y="0"/>
          <a:ext cx="0" cy="0"/>
          <a:chOff x="0" y="0"/>
          <a:chExt cx="0" cy="0"/>
        </a:xfrm>
      </p:grpSpPr>
      <p:pic>
        <p:nvPicPr>
          <p:cNvPr id="256" name="Google Shape;256;p4"/>
          <p:cNvPicPr preferRelativeResize="0"/>
          <p:nvPr/>
        </p:nvPicPr>
        <p:blipFill rotWithShape="1">
          <a:blip r:embed="rId3">
            <a:alphaModFix/>
          </a:blip>
          <a:srcRect b="34865" l="0" r="0" t="34864"/>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49803"/>
              </a:srgbClr>
            </a:outerShdw>
          </a:effectLst>
        </p:spPr>
      </p:pic>
      <p:sp>
        <p:nvSpPr>
          <p:cNvPr id="257" name="Google Shape;257;p4"/>
          <p:cNvSpPr txBox="1"/>
          <p:nvPr>
            <p:ph type="title"/>
          </p:nvPr>
        </p:nvSpPr>
        <p:spPr>
          <a:xfrm>
            <a:off x="1526625" y="1641650"/>
            <a:ext cx="6904200" cy="8418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3600"/>
              <a:buNone/>
            </a:pPr>
            <a:r>
              <a:rPr lang="fr">
                <a:solidFill>
                  <a:schemeClr val="lt1"/>
                </a:solidFill>
              </a:rPr>
              <a:t>OBJETIVOS DO PROJETO</a:t>
            </a:r>
            <a:endParaRPr>
              <a:solidFill>
                <a:schemeClr val="accent3"/>
              </a:solidFill>
            </a:endParaRPr>
          </a:p>
        </p:txBody>
      </p:sp>
      <p:sp>
        <p:nvSpPr>
          <p:cNvPr id="258" name="Google Shape;258;p4"/>
          <p:cNvSpPr txBox="1"/>
          <p:nvPr>
            <p:ph idx="2" type="title"/>
          </p:nvPr>
        </p:nvSpPr>
        <p:spPr>
          <a:xfrm>
            <a:off x="6671250" y="598475"/>
            <a:ext cx="1759500" cy="11082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0"/>
              <a:buNone/>
            </a:pPr>
            <a:r>
              <a:rPr lang="fr"/>
              <a:t>01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2" name="Shape 262"/>
        <p:cNvGrpSpPr/>
        <p:nvPr/>
      </p:nvGrpSpPr>
      <p:grpSpPr>
        <a:xfrm>
          <a:off x="0" y="0"/>
          <a:ext cx="0" cy="0"/>
          <a:chOff x="0" y="0"/>
          <a:chExt cx="0" cy="0"/>
        </a:xfrm>
      </p:grpSpPr>
      <p:sp>
        <p:nvSpPr>
          <p:cNvPr id="263" name="Google Shape;263;p5"/>
          <p:cNvSpPr txBox="1"/>
          <p:nvPr>
            <p:ph type="title"/>
          </p:nvPr>
        </p:nvSpPr>
        <p:spPr>
          <a:xfrm>
            <a:off x="713225" y="344600"/>
            <a:ext cx="2856000" cy="1172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200"/>
              <a:buNone/>
            </a:pPr>
            <a:r>
              <a:rPr lang="fr"/>
              <a:t>PROPOSTA</a:t>
            </a:r>
            <a:endParaRPr>
              <a:solidFill>
                <a:schemeClr val="accent3"/>
              </a:solidFill>
            </a:endParaRPr>
          </a:p>
        </p:txBody>
      </p:sp>
      <p:sp>
        <p:nvSpPr>
          <p:cNvPr id="264" name="Google Shape;264;p5"/>
          <p:cNvSpPr txBox="1"/>
          <p:nvPr>
            <p:ph idx="4294967295"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1200"/>
              </a:spcAft>
              <a:buSzPts val="1800"/>
              <a:buNone/>
            </a:pPr>
            <a:r>
              <a:rPr lang="fr" sz="1400">
                <a:solidFill>
                  <a:schemeClr val="lt1"/>
                </a:solidFill>
              </a:rPr>
              <a:t>Vous pouvez donner ici une brève description du sujet dont vous souhaitez parler. Par exemple, si vous voulez parler de Mercure, vous pouvez dire que c'est la plus petite planète de tout le système solaire</a:t>
            </a:r>
            <a:endParaRPr sz="1600">
              <a:solidFill>
                <a:schemeClr val="lt1"/>
              </a:solidFill>
            </a:endParaRPr>
          </a:p>
        </p:txBody>
      </p:sp>
      <p:pic>
        <p:nvPicPr>
          <p:cNvPr id="265" name="Google Shape;265;p5"/>
          <p:cNvPicPr preferRelativeResize="0"/>
          <p:nvPr/>
        </p:nvPicPr>
        <p:blipFill rotWithShape="1">
          <a:blip r:embed="rId3">
            <a:alphaModFix/>
          </a:blip>
          <a:srcRect b="0" l="3882" r="3874" t="0"/>
          <a:stretch/>
        </p:blipFill>
        <p:spPr>
          <a:xfrm>
            <a:off x="3973124" y="0"/>
            <a:ext cx="5341772" cy="3929450"/>
          </a:xfrm>
          <a:prstGeom prst="rect">
            <a:avLst/>
          </a:prstGeom>
          <a:noFill/>
          <a:ln>
            <a:noFill/>
          </a:ln>
          <a:effectLst>
            <a:outerShdw blurRad="57150" rotWithShape="0" algn="bl" dir="5400000" dist="19050">
              <a:srgbClr val="000000">
                <a:alpha val="49803"/>
              </a:srgbClr>
            </a:outerShdw>
          </a:effectLst>
        </p:spPr>
      </p:pic>
      <p:sp>
        <p:nvSpPr>
          <p:cNvPr id="266" name="Google Shape;266;p5"/>
          <p:cNvSpPr txBox="1"/>
          <p:nvPr>
            <p:ph idx="1" type="subTitle"/>
          </p:nvPr>
        </p:nvSpPr>
        <p:spPr>
          <a:xfrm>
            <a:off x="713225" y="1344275"/>
            <a:ext cx="2856000" cy="2320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100"/>
              <a:buNone/>
            </a:pPr>
            <a:r>
              <a:rPr lang="fr"/>
              <a:t>Devido a falta de uma plataforma semelhante, surge a ideia de um sistema de gerenciamento de fichas de personagem de RPG, para o sistema Tormenta 20. A plataforma traria praticidade para os jogadores, tanto experientes quanto novos.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sp>
        <p:nvSpPr>
          <p:cNvPr id="271" name="Google Shape;271;p6"/>
          <p:cNvSpPr txBox="1"/>
          <p:nvPr>
            <p:ph idx="1" type="subTitle"/>
          </p:nvPr>
        </p:nvSpPr>
        <p:spPr>
          <a:xfrm>
            <a:off x="713225" y="2527600"/>
            <a:ext cx="3858900" cy="476400"/>
          </a:xfrm>
          <a:prstGeom prst="rect">
            <a:avLst/>
          </a:prstGeom>
          <a:noFill/>
          <a:ln>
            <a:noFill/>
          </a:ln>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chemeClr val="accent1"/>
              </a:buClr>
              <a:buSzPts val="1600"/>
              <a:buFont typeface="Montserrat SemiBold"/>
              <a:buChar char="●"/>
            </a:pPr>
            <a:r>
              <a:rPr lang="fr"/>
              <a:t>AUTOMATIZAÇÃO</a:t>
            </a:r>
            <a:endParaRPr/>
          </a:p>
        </p:txBody>
      </p:sp>
      <p:sp>
        <p:nvSpPr>
          <p:cNvPr id="272" name="Google Shape;272;p6"/>
          <p:cNvSpPr txBox="1"/>
          <p:nvPr>
            <p:ph idx="2" type="subTitle"/>
          </p:nvPr>
        </p:nvSpPr>
        <p:spPr>
          <a:xfrm>
            <a:off x="1155125" y="2934275"/>
            <a:ext cx="3417000" cy="654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fr"/>
              <a:t>As fichas deverão ter cálculos automáticos, seguindo as regras do jogo;</a:t>
            </a:r>
            <a:endParaRPr/>
          </a:p>
        </p:txBody>
      </p:sp>
      <p:sp>
        <p:nvSpPr>
          <p:cNvPr id="273" name="Google Shape;273;p6"/>
          <p:cNvSpPr txBox="1"/>
          <p:nvPr>
            <p:ph idx="3" type="subTitle"/>
          </p:nvPr>
        </p:nvSpPr>
        <p:spPr>
          <a:xfrm>
            <a:off x="713225" y="1412275"/>
            <a:ext cx="3858900" cy="475500"/>
          </a:xfrm>
          <a:prstGeom prst="rect">
            <a:avLst/>
          </a:prstGeom>
          <a:noFill/>
          <a:ln>
            <a:noFill/>
          </a:ln>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chemeClr val="accent1"/>
              </a:buClr>
              <a:buSzPts val="1600"/>
              <a:buFont typeface="Montserrat SemiBold"/>
              <a:buChar char="●"/>
            </a:pPr>
            <a:r>
              <a:rPr lang="fr"/>
              <a:t>FÁCIL MANUSEIO</a:t>
            </a:r>
            <a:endParaRPr/>
          </a:p>
        </p:txBody>
      </p:sp>
      <p:sp>
        <p:nvSpPr>
          <p:cNvPr id="274" name="Google Shape;274;p6"/>
          <p:cNvSpPr txBox="1"/>
          <p:nvPr>
            <p:ph idx="4" type="subTitle"/>
          </p:nvPr>
        </p:nvSpPr>
        <p:spPr>
          <a:xfrm>
            <a:off x="1155136" y="4069275"/>
            <a:ext cx="3417000" cy="475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fr"/>
              <a:t>As fichas deverão ser intuitivas, para ajudar novos jogadores;</a:t>
            </a:r>
            <a:endParaRPr/>
          </a:p>
        </p:txBody>
      </p:sp>
      <p:sp>
        <p:nvSpPr>
          <p:cNvPr id="275" name="Google Shape;275;p6"/>
          <p:cNvSpPr txBox="1"/>
          <p:nvPr>
            <p:ph idx="5" type="subTitle"/>
          </p:nvPr>
        </p:nvSpPr>
        <p:spPr>
          <a:xfrm>
            <a:off x="713225" y="3663275"/>
            <a:ext cx="3858900" cy="476400"/>
          </a:xfrm>
          <a:prstGeom prst="rect">
            <a:avLst/>
          </a:prstGeom>
          <a:noFill/>
          <a:ln>
            <a:noFill/>
          </a:ln>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chemeClr val="accent1"/>
              </a:buClr>
              <a:buSzPts val="1600"/>
              <a:buFont typeface="Montserrat SemiBold"/>
              <a:buChar char="●"/>
            </a:pPr>
            <a:r>
              <a:rPr lang="fr"/>
              <a:t>INTUITIVO</a:t>
            </a:r>
            <a:endParaRPr/>
          </a:p>
        </p:txBody>
      </p:sp>
      <p:sp>
        <p:nvSpPr>
          <p:cNvPr id="276" name="Google Shape;276;p6"/>
          <p:cNvSpPr txBox="1"/>
          <p:nvPr>
            <p:ph idx="6" type="subTitle"/>
          </p:nvPr>
        </p:nvSpPr>
        <p:spPr>
          <a:xfrm>
            <a:off x="1154975" y="1815925"/>
            <a:ext cx="3417000" cy="475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fr"/>
              <a:t>As fichas deverão ser fáceis de se criar, manusear e de editar;</a:t>
            </a:r>
            <a:endParaRPr/>
          </a:p>
        </p:txBody>
      </p:sp>
      <p:sp>
        <p:nvSpPr>
          <p:cNvPr id="277" name="Google Shape;277;p6"/>
          <p:cNvSpPr txBox="1"/>
          <p:nvPr>
            <p:ph type="title"/>
          </p:nvPr>
        </p:nvSpPr>
        <p:spPr>
          <a:xfrm>
            <a:off x="713100" y="539500"/>
            <a:ext cx="3858900" cy="55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a:t>OBJETIVOS</a:t>
            </a:r>
            <a:endParaRPr/>
          </a:p>
        </p:txBody>
      </p:sp>
      <p:pic>
        <p:nvPicPr>
          <p:cNvPr id="278" name="Google Shape;278;p6"/>
          <p:cNvPicPr preferRelativeResize="0"/>
          <p:nvPr/>
        </p:nvPicPr>
        <p:blipFill rotWithShape="1">
          <a:blip r:embed="rId3">
            <a:alphaModFix/>
          </a:blip>
          <a:srcRect b="7885" l="31129" r="23238" t="0"/>
          <a:stretch/>
        </p:blipFill>
        <p:spPr>
          <a:xfrm>
            <a:off x="5329500" y="-76975"/>
            <a:ext cx="3814502" cy="5528499"/>
          </a:xfrm>
          <a:prstGeom prst="rect">
            <a:avLst/>
          </a:prstGeom>
          <a:noFill/>
          <a:ln>
            <a:noFill/>
          </a:ln>
          <a:effectLst>
            <a:outerShdw blurRad="57150" rotWithShape="0" algn="bl" dir="5400000" dist="19050">
              <a:srgbClr val="000000">
                <a:alpha val="49803"/>
              </a:srgbClr>
            </a:outerShdw>
          </a:effectLst>
        </p:spPr>
      </p:pic>
      <p:grpSp>
        <p:nvGrpSpPr>
          <p:cNvPr id="279" name="Google Shape;279;p6"/>
          <p:cNvGrpSpPr/>
          <p:nvPr/>
        </p:nvGrpSpPr>
        <p:grpSpPr>
          <a:xfrm>
            <a:off x="5127225" y="539500"/>
            <a:ext cx="0" cy="5521200"/>
            <a:chOff x="397450" y="-362125"/>
            <a:chExt cx="0" cy="5521200"/>
          </a:xfrm>
        </p:grpSpPr>
        <p:cxnSp>
          <p:nvCxnSpPr>
            <p:cNvPr id="280" name="Google Shape;280;p6"/>
            <p:cNvCxnSpPr/>
            <p:nvPr/>
          </p:nvCxnSpPr>
          <p:spPr>
            <a:xfrm rot="10800000">
              <a:off x="397450" y="537575"/>
              <a:ext cx="0" cy="4621500"/>
            </a:xfrm>
            <a:prstGeom prst="straightConnector1">
              <a:avLst/>
            </a:prstGeom>
            <a:noFill/>
            <a:ln cap="flat" cmpd="sng" w="19050">
              <a:solidFill>
                <a:schemeClr val="accent1"/>
              </a:solidFill>
              <a:prstDash val="solid"/>
              <a:round/>
              <a:headEnd len="sm" w="sm" type="none"/>
              <a:tailEnd len="sm" w="sm" type="none"/>
            </a:ln>
          </p:spPr>
        </p:cxnSp>
        <p:cxnSp>
          <p:nvCxnSpPr>
            <p:cNvPr id="281" name="Google Shape;281;p6"/>
            <p:cNvCxnSpPr/>
            <p:nvPr/>
          </p:nvCxnSpPr>
          <p:spPr>
            <a:xfrm rot="10800000">
              <a:off x="397450" y="-362125"/>
              <a:ext cx="0" cy="899700"/>
            </a:xfrm>
            <a:prstGeom prst="straightConnector1">
              <a:avLst/>
            </a:prstGeom>
            <a:noFill/>
            <a:ln cap="flat" cmpd="sng" w="19050">
              <a:solidFill>
                <a:schemeClr val="accent1"/>
              </a:solidFill>
              <a:prstDash val="dot"/>
              <a:round/>
              <a:headEnd len="sm" w="sm" type="none"/>
              <a:tailEnd len="sm" w="sm"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85" name="Shape 285"/>
        <p:cNvGrpSpPr/>
        <p:nvPr/>
      </p:nvGrpSpPr>
      <p:grpSpPr>
        <a:xfrm>
          <a:off x="0" y="0"/>
          <a:ext cx="0" cy="0"/>
          <a:chOff x="0" y="0"/>
          <a:chExt cx="0" cy="0"/>
        </a:xfrm>
      </p:grpSpPr>
      <p:pic>
        <p:nvPicPr>
          <p:cNvPr id="286" name="Google Shape;286;p8"/>
          <p:cNvPicPr preferRelativeResize="0"/>
          <p:nvPr/>
        </p:nvPicPr>
        <p:blipFill rotWithShape="1">
          <a:blip r:embed="rId3">
            <a:alphaModFix/>
          </a:blip>
          <a:srcRect b="44339" l="0" r="0" t="44338"/>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49803"/>
              </a:srgbClr>
            </a:outerShdw>
          </a:effectLst>
        </p:spPr>
      </p:pic>
      <p:sp>
        <p:nvSpPr>
          <p:cNvPr id="287" name="Google Shape;287;p8"/>
          <p:cNvSpPr txBox="1"/>
          <p:nvPr>
            <p:ph type="title"/>
          </p:nvPr>
        </p:nvSpPr>
        <p:spPr>
          <a:xfrm>
            <a:off x="1526625" y="1641650"/>
            <a:ext cx="6904200" cy="8418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3600"/>
              <a:buNone/>
            </a:pPr>
            <a:r>
              <a:rPr lang="fr">
                <a:solidFill>
                  <a:schemeClr val="lt1"/>
                </a:solidFill>
              </a:rPr>
              <a:t>CASOS DE USO</a:t>
            </a:r>
            <a:endParaRPr>
              <a:solidFill>
                <a:schemeClr val="accent3"/>
              </a:solidFill>
            </a:endParaRPr>
          </a:p>
        </p:txBody>
      </p:sp>
      <p:sp>
        <p:nvSpPr>
          <p:cNvPr id="288" name="Google Shape;288;p8"/>
          <p:cNvSpPr txBox="1"/>
          <p:nvPr>
            <p:ph idx="1" type="subTitle"/>
          </p:nvPr>
        </p:nvSpPr>
        <p:spPr>
          <a:xfrm>
            <a:off x="4227450" y="2538500"/>
            <a:ext cx="4203300" cy="384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1600"/>
              </a:spcAft>
              <a:buSzPts val="2100"/>
              <a:buNone/>
            </a:pPr>
            <a:r>
              <a:t/>
            </a:r>
            <a:endParaRPr/>
          </a:p>
        </p:txBody>
      </p:sp>
      <p:sp>
        <p:nvSpPr>
          <p:cNvPr id="289" name="Google Shape;289;p8"/>
          <p:cNvSpPr txBox="1"/>
          <p:nvPr>
            <p:ph idx="2" type="title"/>
          </p:nvPr>
        </p:nvSpPr>
        <p:spPr>
          <a:xfrm>
            <a:off x="6671250" y="598475"/>
            <a:ext cx="1759500" cy="11082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0"/>
              <a:buNone/>
            </a:pPr>
            <a:r>
              <a:rPr lang="fr"/>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9"/>
          <p:cNvSpPr txBox="1"/>
          <p:nvPr>
            <p:ph type="title"/>
          </p:nvPr>
        </p:nvSpPr>
        <p:spPr>
          <a:xfrm>
            <a:off x="713225" y="597950"/>
            <a:ext cx="30582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a:t>DIAGRAMA COMPLETO</a:t>
            </a:r>
            <a:endParaRPr/>
          </a:p>
        </p:txBody>
      </p:sp>
      <p:sp>
        <p:nvSpPr>
          <p:cNvPr id="295" name="Google Shape;295;p9"/>
          <p:cNvSpPr txBox="1"/>
          <p:nvPr/>
        </p:nvSpPr>
        <p:spPr>
          <a:xfrm>
            <a:off x="761075" y="1615691"/>
            <a:ext cx="3378156" cy="343793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aleway"/>
                <a:ea typeface="Raleway"/>
                <a:cs typeface="Raleway"/>
                <a:sym typeface="Raleway"/>
              </a:rPr>
              <a:t>Casos de uso implementados:</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Criar ficha de personagem</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Alterar Mana ou Vida</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Logar Usuário</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Criar conta</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Adicionar bônus de perícia</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Subir de nível</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Editar conta</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Visualizar ficha de Personagem</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Gerenciar Habilidades de Personagem</a:t>
            </a:r>
            <a:endParaRPr/>
          </a:p>
          <a:p>
            <a:pPr indent="0" lvl="0" marL="90488" marR="0" rtl="0" algn="l">
              <a:lnSpc>
                <a:spcPct val="100000"/>
              </a:lnSpc>
              <a:spcBef>
                <a:spcPts val="0"/>
              </a:spcBef>
              <a:spcAft>
                <a:spcPts val="0"/>
              </a:spcAft>
              <a:buNone/>
            </a:pPr>
            <a:r>
              <a:t/>
            </a:r>
            <a:endParaRPr b="0" i="0" sz="1100" u="none" cap="none" strike="noStrike">
              <a:solidFill>
                <a:schemeClr val="dk1"/>
              </a:solidFill>
              <a:latin typeface="Raleway"/>
              <a:ea typeface="Raleway"/>
              <a:cs typeface="Raleway"/>
              <a:sym typeface="Raleway"/>
            </a:endParaRPr>
          </a:p>
          <a:p>
            <a:pPr indent="0" lvl="0" marL="0" marR="0" rtl="0" algn="l">
              <a:lnSpc>
                <a:spcPct val="100000"/>
              </a:lnSpc>
              <a:spcBef>
                <a:spcPts val="0"/>
              </a:spcBef>
              <a:spcAft>
                <a:spcPts val="0"/>
              </a:spcAft>
              <a:buNone/>
            </a:pPr>
            <a:r>
              <a:rPr b="0" i="0" lang="fr" sz="1400" u="none" cap="none" strike="noStrike">
                <a:solidFill>
                  <a:schemeClr val="dk1"/>
                </a:solidFill>
                <a:latin typeface="Raleway"/>
                <a:ea typeface="Raleway"/>
                <a:cs typeface="Raleway"/>
                <a:sym typeface="Raleway"/>
              </a:rPr>
              <a:t>Casos de uso extras implementados:</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Marcar perícia como treinada</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Excluir conta</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Excluir ficha de Personagem</a:t>
            </a:r>
            <a:endParaRPr/>
          </a:p>
          <a:p>
            <a:pPr indent="-174625" lvl="0" marL="265113" marR="0" rtl="0" algn="l">
              <a:lnSpc>
                <a:spcPct val="100000"/>
              </a:lnSpc>
              <a:spcBef>
                <a:spcPts val="0"/>
              </a:spcBef>
              <a:spcAft>
                <a:spcPts val="0"/>
              </a:spcAft>
              <a:buClr>
                <a:srgbClr val="000000"/>
              </a:buClr>
              <a:buSzPts val="1100"/>
              <a:buFont typeface="Noto Sans Symbols"/>
              <a:buChar char="✔"/>
            </a:pPr>
            <a:r>
              <a:rPr b="0" i="0" lang="fr" sz="1100" u="none" cap="none" strike="noStrike">
                <a:solidFill>
                  <a:schemeClr val="dk1"/>
                </a:solidFill>
                <a:latin typeface="Raleway"/>
                <a:ea typeface="Raleway"/>
                <a:cs typeface="Raleway"/>
                <a:sym typeface="Raleway"/>
              </a:rPr>
              <a:t>Editar ficha de personagem</a:t>
            </a:r>
            <a:endParaRPr/>
          </a:p>
          <a:p>
            <a:pPr indent="0" lvl="0" marL="90488" marR="0" rtl="0" algn="l">
              <a:lnSpc>
                <a:spcPct val="100000"/>
              </a:lnSpc>
              <a:spcBef>
                <a:spcPts val="0"/>
              </a:spcBef>
              <a:spcAft>
                <a:spcPts val="0"/>
              </a:spcAft>
              <a:buNone/>
            </a:pPr>
            <a:r>
              <a:t/>
            </a:r>
            <a:endParaRPr b="0" i="0" sz="1100" u="none" cap="none" strike="noStrike">
              <a:solidFill>
                <a:schemeClr val="dk1"/>
              </a:solidFill>
              <a:latin typeface="Raleway"/>
              <a:ea typeface="Raleway"/>
              <a:cs typeface="Raleway"/>
              <a:sym typeface="Raleway"/>
            </a:endParaRPr>
          </a:p>
          <a:p>
            <a:pPr indent="0" lvl="0" marL="90488" marR="0" rtl="0" algn="l">
              <a:lnSpc>
                <a:spcPct val="100000"/>
              </a:lnSpc>
              <a:spcBef>
                <a:spcPts val="0"/>
              </a:spcBef>
              <a:spcAft>
                <a:spcPts val="0"/>
              </a:spcAft>
              <a:buNone/>
            </a:pPr>
            <a:r>
              <a:t/>
            </a:r>
            <a:endParaRPr b="0" i="0" sz="1100" u="none" cap="none" strike="noStrike">
              <a:solidFill>
                <a:schemeClr val="dk1"/>
              </a:solidFill>
              <a:latin typeface="Raleway"/>
              <a:ea typeface="Raleway"/>
              <a:cs typeface="Raleway"/>
              <a:sym typeface="Raleway"/>
            </a:endParaRPr>
          </a:p>
        </p:txBody>
      </p:sp>
      <p:pic>
        <p:nvPicPr>
          <p:cNvPr id="296" name="Google Shape;296;p9"/>
          <p:cNvPicPr preferRelativeResize="0"/>
          <p:nvPr/>
        </p:nvPicPr>
        <p:blipFill rotWithShape="1">
          <a:blip r:embed="rId3">
            <a:alphaModFix/>
          </a:blip>
          <a:srcRect b="27675" l="10408" r="24622" t="4063"/>
          <a:stretch/>
        </p:blipFill>
        <p:spPr>
          <a:xfrm>
            <a:off x="3987147" y="778577"/>
            <a:ext cx="5155489" cy="29907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0"/>
          <p:cNvSpPr txBox="1"/>
          <p:nvPr>
            <p:ph type="title"/>
          </p:nvPr>
        </p:nvSpPr>
        <p:spPr>
          <a:xfrm>
            <a:off x="713225" y="539500"/>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CDU001 - CRIAR FICHA DE PERSONAGEM</a:t>
            </a:r>
            <a:endParaRPr sz="2400"/>
          </a:p>
        </p:txBody>
      </p:sp>
      <p:sp>
        <p:nvSpPr>
          <p:cNvPr id="302" name="Google Shape;302;p10"/>
          <p:cNvSpPr txBox="1"/>
          <p:nvPr/>
        </p:nvSpPr>
        <p:spPr>
          <a:xfrm>
            <a:off x="713225" y="1416700"/>
            <a:ext cx="1859100" cy="170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aleway"/>
                <a:ea typeface="Raleway"/>
                <a:cs typeface="Raleway"/>
                <a:sym typeface="Raleway"/>
              </a:rPr>
              <a:t>Após o usuário estiver logado, ele entra na aba de personagens e clica no botão “Criar Personagem”.</a:t>
            </a:r>
            <a:endParaRPr b="0" i="0" sz="1400" u="none" cap="none" strike="noStrike">
              <a:solidFill>
                <a:schemeClr val="dk1"/>
              </a:solidFill>
              <a:latin typeface="Raleway"/>
              <a:ea typeface="Raleway"/>
              <a:cs typeface="Raleway"/>
              <a:sym typeface="Raleway"/>
            </a:endParaRPr>
          </a:p>
        </p:txBody>
      </p:sp>
      <p:pic>
        <p:nvPicPr>
          <p:cNvPr id="303" name="Google Shape;303;p10"/>
          <p:cNvPicPr preferRelativeResize="0"/>
          <p:nvPr/>
        </p:nvPicPr>
        <p:blipFill rotWithShape="1">
          <a:blip r:embed="rId3">
            <a:alphaModFix/>
          </a:blip>
          <a:srcRect b="0" l="0" r="0" t="0"/>
          <a:stretch/>
        </p:blipFill>
        <p:spPr>
          <a:xfrm>
            <a:off x="2597793" y="1416700"/>
            <a:ext cx="6355706" cy="2856975"/>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1"/>
          <p:cNvSpPr txBox="1"/>
          <p:nvPr>
            <p:ph type="title"/>
          </p:nvPr>
        </p:nvSpPr>
        <p:spPr>
          <a:xfrm>
            <a:off x="713225" y="539500"/>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CDU001 – DIAGRAMA CLASSE DE PROJETO</a:t>
            </a:r>
            <a:endParaRPr sz="2400"/>
          </a:p>
        </p:txBody>
      </p:sp>
      <p:pic>
        <p:nvPicPr>
          <p:cNvPr id="309" name="Google Shape;309;p11"/>
          <p:cNvPicPr preferRelativeResize="0"/>
          <p:nvPr/>
        </p:nvPicPr>
        <p:blipFill rotWithShape="1">
          <a:blip r:embed="rId3">
            <a:alphaModFix/>
          </a:blip>
          <a:srcRect b="0" l="0" r="0" t="0"/>
          <a:stretch/>
        </p:blipFill>
        <p:spPr>
          <a:xfrm>
            <a:off x="2644864" y="1338350"/>
            <a:ext cx="3854272" cy="372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2"/>
          <p:cNvSpPr txBox="1"/>
          <p:nvPr>
            <p:ph type="title"/>
          </p:nvPr>
        </p:nvSpPr>
        <p:spPr>
          <a:xfrm>
            <a:off x="713100" y="82009"/>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CDU001 – DIAGRAMA DE SEQUÊNCIA</a:t>
            </a:r>
            <a:endParaRPr sz="2400"/>
          </a:p>
        </p:txBody>
      </p:sp>
      <p:pic>
        <p:nvPicPr>
          <p:cNvPr id="315" name="Google Shape;315;p12"/>
          <p:cNvPicPr preferRelativeResize="0"/>
          <p:nvPr/>
        </p:nvPicPr>
        <p:blipFill rotWithShape="1">
          <a:blip r:embed="rId3">
            <a:alphaModFix/>
          </a:blip>
          <a:srcRect b="0" l="0" r="0" t="0"/>
          <a:stretch/>
        </p:blipFill>
        <p:spPr>
          <a:xfrm>
            <a:off x="713100" y="959208"/>
            <a:ext cx="7586302" cy="41803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2dcca8261e4_1_26"/>
          <p:cNvSpPr txBox="1"/>
          <p:nvPr>
            <p:ph type="title"/>
          </p:nvPr>
        </p:nvSpPr>
        <p:spPr>
          <a:xfrm>
            <a:off x="713225" y="539500"/>
            <a:ext cx="83130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CDU005 - </a:t>
            </a:r>
            <a:r>
              <a:rPr lang="fr" sz="2400"/>
              <a:t>ALTERAR MANA OU VIDA</a:t>
            </a:r>
            <a:endParaRPr sz="2400"/>
          </a:p>
        </p:txBody>
      </p:sp>
      <p:sp>
        <p:nvSpPr>
          <p:cNvPr id="321" name="Google Shape;321;g2dcca8261e4_1_26"/>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fr">
                <a:solidFill>
                  <a:schemeClr val="dk1"/>
                </a:solidFill>
                <a:latin typeface="Raleway"/>
                <a:ea typeface="Raleway"/>
                <a:cs typeface="Raleway"/>
                <a:sym typeface="Raleway"/>
              </a:rPr>
              <a:t>O usuário usa uma ficha de personagem, podendo alterar sua mana ou sua vida.</a:t>
            </a:r>
            <a:endParaRPr b="0" i="0" sz="1400" u="none" cap="none" strike="noStrike">
              <a:solidFill>
                <a:schemeClr val="dk1"/>
              </a:solidFill>
              <a:latin typeface="Raleway"/>
              <a:ea typeface="Raleway"/>
              <a:cs typeface="Raleway"/>
              <a:sym typeface="Raleway"/>
            </a:endParaRPr>
          </a:p>
        </p:txBody>
      </p:sp>
      <p:pic>
        <p:nvPicPr>
          <p:cNvPr id="322" name="Google Shape;322;g2dcca8261e4_1_26"/>
          <p:cNvPicPr preferRelativeResize="0"/>
          <p:nvPr/>
        </p:nvPicPr>
        <p:blipFill>
          <a:blip r:embed="rId3">
            <a:alphaModFix/>
          </a:blip>
          <a:stretch>
            <a:fillRect/>
          </a:stretch>
        </p:blipFill>
        <p:spPr>
          <a:xfrm>
            <a:off x="2724725" y="1569100"/>
            <a:ext cx="6266875" cy="304181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7"/>
          <p:cNvSpPr txBox="1"/>
          <p:nvPr>
            <p:ph type="title"/>
          </p:nvPr>
        </p:nvSpPr>
        <p:spPr>
          <a:xfrm>
            <a:off x="713225" y="234700"/>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CDU005 – DIAGRAMA CLASSE DE PROJETO</a:t>
            </a:r>
            <a:endParaRPr sz="2400"/>
          </a:p>
        </p:txBody>
      </p:sp>
      <p:pic>
        <p:nvPicPr>
          <p:cNvPr id="328" name="Google Shape;328;p17"/>
          <p:cNvPicPr preferRelativeResize="0"/>
          <p:nvPr/>
        </p:nvPicPr>
        <p:blipFill>
          <a:blip r:embed="rId3">
            <a:alphaModFix/>
          </a:blip>
          <a:stretch>
            <a:fillRect/>
          </a:stretch>
        </p:blipFill>
        <p:spPr>
          <a:xfrm>
            <a:off x="1666000" y="991150"/>
            <a:ext cx="5812024" cy="42398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8"/>
          <p:cNvSpPr txBox="1"/>
          <p:nvPr>
            <p:ph type="title"/>
          </p:nvPr>
        </p:nvSpPr>
        <p:spPr>
          <a:xfrm>
            <a:off x="713100" y="9"/>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CDU005 – DIAGRAMA DE SEQUÊNCIA</a:t>
            </a:r>
            <a:endParaRPr sz="2400"/>
          </a:p>
        </p:txBody>
      </p:sp>
      <p:pic>
        <p:nvPicPr>
          <p:cNvPr id="334" name="Google Shape;334;p18"/>
          <p:cNvPicPr preferRelativeResize="0"/>
          <p:nvPr/>
        </p:nvPicPr>
        <p:blipFill>
          <a:blip r:embed="rId3">
            <a:alphaModFix/>
          </a:blip>
          <a:stretch>
            <a:fillRect/>
          </a:stretch>
        </p:blipFill>
        <p:spPr>
          <a:xfrm>
            <a:off x="2749438" y="635500"/>
            <a:ext cx="3645125" cy="45080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6"/>
          <p:cNvSpPr txBox="1"/>
          <p:nvPr>
            <p:ph type="title"/>
          </p:nvPr>
        </p:nvSpPr>
        <p:spPr>
          <a:xfrm>
            <a:off x="713225" y="539500"/>
            <a:ext cx="83130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CDU006- LOGAR USUARIO</a:t>
            </a:r>
            <a:endParaRPr sz="2400"/>
          </a:p>
        </p:txBody>
      </p:sp>
      <p:sp>
        <p:nvSpPr>
          <p:cNvPr id="340" name="Google Shape;340;p16"/>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aleway"/>
                <a:ea typeface="Raleway"/>
                <a:cs typeface="Raleway"/>
                <a:sym typeface="Raleway"/>
              </a:rPr>
              <a:t>O usuário pode logar em sua conta já pré criada através do botão no menu “Usuário” ou na pagina “index” pressionando em “Entre”</a:t>
            </a:r>
            <a:endParaRPr b="0" i="0" sz="1400" u="none" cap="none" strike="noStrike">
              <a:solidFill>
                <a:schemeClr val="dk1"/>
              </a:solidFill>
              <a:latin typeface="Raleway"/>
              <a:ea typeface="Raleway"/>
              <a:cs typeface="Raleway"/>
              <a:sym typeface="Raleway"/>
            </a:endParaRPr>
          </a:p>
        </p:txBody>
      </p:sp>
      <p:pic>
        <p:nvPicPr>
          <p:cNvPr id="341" name="Google Shape;341;p16"/>
          <p:cNvPicPr preferRelativeResize="0"/>
          <p:nvPr/>
        </p:nvPicPr>
        <p:blipFill rotWithShape="1">
          <a:blip r:embed="rId3">
            <a:alphaModFix/>
          </a:blip>
          <a:srcRect b="0" l="0" r="0" t="0"/>
          <a:stretch/>
        </p:blipFill>
        <p:spPr>
          <a:xfrm>
            <a:off x="3205510" y="1515157"/>
            <a:ext cx="4038600" cy="2113186"/>
          </a:xfrm>
          <a:prstGeom prst="rect">
            <a:avLst/>
          </a:prstGeom>
          <a:noFill/>
          <a:ln>
            <a:noFill/>
          </a:ln>
        </p:spPr>
      </p:pic>
      <p:pic>
        <p:nvPicPr>
          <p:cNvPr id="342" name="Google Shape;342;p16"/>
          <p:cNvPicPr preferRelativeResize="0"/>
          <p:nvPr/>
        </p:nvPicPr>
        <p:blipFill rotWithShape="1">
          <a:blip r:embed="rId4">
            <a:alphaModFix/>
          </a:blip>
          <a:srcRect b="0" l="0" r="0" t="0"/>
          <a:stretch/>
        </p:blipFill>
        <p:spPr>
          <a:xfrm>
            <a:off x="6374406" y="2378136"/>
            <a:ext cx="2323347" cy="2407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2dcca8261e4_1_37"/>
          <p:cNvSpPr txBox="1"/>
          <p:nvPr>
            <p:ph type="title"/>
          </p:nvPr>
        </p:nvSpPr>
        <p:spPr>
          <a:xfrm>
            <a:off x="713225" y="234700"/>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CDU006 – DIAGRAMA CLASSE DE PROJETO</a:t>
            </a:r>
            <a:endParaRPr sz="2400"/>
          </a:p>
        </p:txBody>
      </p:sp>
      <p:pic>
        <p:nvPicPr>
          <p:cNvPr id="348" name="Google Shape;348;g2dcca8261e4_1_37"/>
          <p:cNvPicPr preferRelativeResize="0"/>
          <p:nvPr/>
        </p:nvPicPr>
        <p:blipFill rotWithShape="1">
          <a:blip r:embed="rId3">
            <a:alphaModFix/>
          </a:blip>
          <a:srcRect b="0" l="0" r="0" t="0"/>
          <a:stretch/>
        </p:blipFill>
        <p:spPr>
          <a:xfrm>
            <a:off x="3989687" y="1035700"/>
            <a:ext cx="1164626" cy="37268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2dcca8261e4_1_42"/>
          <p:cNvSpPr txBox="1"/>
          <p:nvPr>
            <p:ph type="title"/>
          </p:nvPr>
        </p:nvSpPr>
        <p:spPr>
          <a:xfrm>
            <a:off x="713100" y="82009"/>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CDU006 – DIAGRAMA DE SEQUÊNCIA</a:t>
            </a:r>
            <a:endParaRPr sz="2400"/>
          </a:p>
        </p:txBody>
      </p:sp>
      <p:pic>
        <p:nvPicPr>
          <p:cNvPr id="354" name="Google Shape;354;g2dcca8261e4_1_42"/>
          <p:cNvPicPr preferRelativeResize="0"/>
          <p:nvPr/>
        </p:nvPicPr>
        <p:blipFill rotWithShape="1">
          <a:blip r:embed="rId3">
            <a:alphaModFix/>
          </a:blip>
          <a:srcRect b="0" l="0" r="0" t="0"/>
          <a:stretch/>
        </p:blipFill>
        <p:spPr>
          <a:xfrm>
            <a:off x="730250" y="943603"/>
            <a:ext cx="7683498" cy="395780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9"/>
          <p:cNvSpPr txBox="1"/>
          <p:nvPr>
            <p:ph type="title"/>
          </p:nvPr>
        </p:nvSpPr>
        <p:spPr>
          <a:xfrm>
            <a:off x="713225" y="539500"/>
            <a:ext cx="83130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CDU007- CRIAR USUÁRIO</a:t>
            </a:r>
            <a:endParaRPr sz="2400"/>
          </a:p>
        </p:txBody>
      </p:sp>
      <p:sp>
        <p:nvSpPr>
          <p:cNvPr id="360" name="Google Shape;360;p19"/>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aleway"/>
                <a:ea typeface="Raleway"/>
                <a:cs typeface="Raleway"/>
                <a:sym typeface="Raleway"/>
              </a:rPr>
              <a:t>O usuário pode criar a sua conta através do botão no menu “Usuário &gt; Entrar &gt; Pág de Login &gt; Registrar” ou na página “index” pressionando em “Registrar”</a:t>
            </a:r>
            <a:endParaRPr b="0" i="0" sz="1400" u="none" cap="none" strike="noStrike">
              <a:solidFill>
                <a:schemeClr val="dk1"/>
              </a:solidFill>
              <a:latin typeface="Raleway"/>
              <a:ea typeface="Raleway"/>
              <a:cs typeface="Raleway"/>
              <a:sym typeface="Raleway"/>
            </a:endParaRPr>
          </a:p>
        </p:txBody>
      </p:sp>
      <p:pic>
        <p:nvPicPr>
          <p:cNvPr id="361" name="Google Shape;361;p19"/>
          <p:cNvPicPr preferRelativeResize="0"/>
          <p:nvPr/>
        </p:nvPicPr>
        <p:blipFill rotWithShape="1">
          <a:blip r:embed="rId3">
            <a:alphaModFix/>
          </a:blip>
          <a:srcRect b="0" l="0" r="0" t="0"/>
          <a:stretch/>
        </p:blipFill>
        <p:spPr>
          <a:xfrm>
            <a:off x="3028775" y="1416700"/>
            <a:ext cx="3681899" cy="1926543"/>
          </a:xfrm>
          <a:prstGeom prst="rect">
            <a:avLst/>
          </a:prstGeom>
          <a:noFill/>
          <a:ln>
            <a:noFill/>
          </a:ln>
        </p:spPr>
      </p:pic>
      <p:pic>
        <p:nvPicPr>
          <p:cNvPr id="362" name="Google Shape;362;p19"/>
          <p:cNvPicPr preferRelativeResize="0"/>
          <p:nvPr/>
        </p:nvPicPr>
        <p:blipFill rotWithShape="1">
          <a:blip r:embed="rId4">
            <a:alphaModFix/>
          </a:blip>
          <a:srcRect b="0" l="0" r="0" t="0"/>
          <a:stretch/>
        </p:blipFill>
        <p:spPr>
          <a:xfrm>
            <a:off x="6698980" y="327851"/>
            <a:ext cx="2323347" cy="2407500"/>
          </a:xfrm>
          <a:prstGeom prst="rect">
            <a:avLst/>
          </a:prstGeom>
          <a:noFill/>
          <a:ln>
            <a:noFill/>
          </a:ln>
        </p:spPr>
      </p:pic>
      <p:pic>
        <p:nvPicPr>
          <p:cNvPr id="363" name="Google Shape;363;p19"/>
          <p:cNvPicPr preferRelativeResize="0"/>
          <p:nvPr/>
        </p:nvPicPr>
        <p:blipFill rotWithShape="1">
          <a:blip r:embed="rId5">
            <a:alphaModFix/>
          </a:blip>
          <a:srcRect b="0" l="0" r="0" t="0"/>
          <a:stretch/>
        </p:blipFill>
        <p:spPr>
          <a:xfrm>
            <a:off x="5929334" y="2190094"/>
            <a:ext cx="2909866" cy="284491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0"/>
          <p:cNvSpPr txBox="1"/>
          <p:nvPr>
            <p:ph type="title"/>
          </p:nvPr>
        </p:nvSpPr>
        <p:spPr>
          <a:xfrm>
            <a:off x="713225" y="234700"/>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CDU007 – DIAGRAMA CLASSE DE PROJETO</a:t>
            </a:r>
            <a:endParaRPr sz="2400"/>
          </a:p>
        </p:txBody>
      </p:sp>
      <p:pic>
        <p:nvPicPr>
          <p:cNvPr id="369" name="Google Shape;369;p20"/>
          <p:cNvPicPr preferRelativeResize="0"/>
          <p:nvPr/>
        </p:nvPicPr>
        <p:blipFill rotWithShape="1">
          <a:blip r:embed="rId3">
            <a:alphaModFix/>
          </a:blip>
          <a:srcRect b="0" l="0" r="0" t="0"/>
          <a:stretch/>
        </p:blipFill>
        <p:spPr>
          <a:xfrm>
            <a:off x="4008052" y="990600"/>
            <a:ext cx="1127895" cy="38226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1"/>
          <p:cNvSpPr txBox="1"/>
          <p:nvPr>
            <p:ph type="title"/>
          </p:nvPr>
        </p:nvSpPr>
        <p:spPr>
          <a:xfrm>
            <a:off x="713100" y="82009"/>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CDU007 – DIAGRAMA DE SEQUÊNCIA</a:t>
            </a:r>
            <a:endParaRPr sz="2400"/>
          </a:p>
        </p:txBody>
      </p:sp>
      <p:pic>
        <p:nvPicPr>
          <p:cNvPr id="375" name="Google Shape;375;p21"/>
          <p:cNvPicPr preferRelativeResize="0"/>
          <p:nvPr/>
        </p:nvPicPr>
        <p:blipFill rotWithShape="1">
          <a:blip r:embed="rId3">
            <a:alphaModFix/>
          </a:blip>
          <a:srcRect b="0" l="0" r="0" t="0"/>
          <a:stretch/>
        </p:blipFill>
        <p:spPr>
          <a:xfrm>
            <a:off x="666750" y="727070"/>
            <a:ext cx="7810500" cy="433442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2dcca8261e4_0_0"/>
          <p:cNvSpPr txBox="1"/>
          <p:nvPr>
            <p:ph type="title"/>
          </p:nvPr>
        </p:nvSpPr>
        <p:spPr>
          <a:xfrm>
            <a:off x="713225" y="539500"/>
            <a:ext cx="83130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CDU008- </a:t>
            </a:r>
            <a:r>
              <a:rPr lang="fr" sz="2400"/>
              <a:t>Adicionar bônus de perícia.</a:t>
            </a:r>
            <a:endParaRPr sz="2400"/>
          </a:p>
        </p:txBody>
      </p:sp>
      <p:sp>
        <p:nvSpPr>
          <p:cNvPr id="381" name="Google Shape;381;g2dcca8261e4_0_0"/>
          <p:cNvSpPr txBox="1"/>
          <p:nvPr/>
        </p:nvSpPr>
        <p:spPr>
          <a:xfrm>
            <a:off x="713225" y="1416700"/>
            <a:ext cx="1859100" cy="319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aleway"/>
                <a:ea typeface="Raleway"/>
                <a:cs typeface="Raleway"/>
                <a:sym typeface="Raleway"/>
              </a:rPr>
              <a:t>O usuário pode criar </a:t>
            </a:r>
            <a:r>
              <a:rPr lang="fr">
                <a:solidFill>
                  <a:schemeClr val="dk1"/>
                </a:solidFill>
                <a:latin typeface="Raleway"/>
                <a:ea typeface="Raleway"/>
                <a:cs typeface="Raleway"/>
                <a:sym typeface="Raleway"/>
              </a:rPr>
              <a:t>escolher, dentre as opções de </a:t>
            </a:r>
            <a:r>
              <a:rPr lang="fr">
                <a:solidFill>
                  <a:schemeClr val="dk1"/>
                </a:solidFill>
                <a:latin typeface="Raleway"/>
                <a:ea typeface="Raleway"/>
                <a:cs typeface="Raleway"/>
                <a:sym typeface="Raleway"/>
              </a:rPr>
              <a:t>perícia</a:t>
            </a:r>
            <a:r>
              <a:rPr lang="fr">
                <a:solidFill>
                  <a:schemeClr val="dk1"/>
                </a:solidFill>
                <a:latin typeface="Raleway"/>
                <a:ea typeface="Raleway"/>
                <a:cs typeface="Raleway"/>
                <a:sym typeface="Raleway"/>
              </a:rPr>
              <a:t>, adicionar um </a:t>
            </a:r>
            <a:r>
              <a:rPr lang="fr">
                <a:solidFill>
                  <a:schemeClr val="dk1"/>
                </a:solidFill>
                <a:latin typeface="Raleway"/>
                <a:ea typeface="Raleway"/>
                <a:cs typeface="Raleway"/>
                <a:sym typeface="Raleway"/>
              </a:rPr>
              <a:t>bônus</a:t>
            </a:r>
            <a:r>
              <a:rPr lang="fr">
                <a:solidFill>
                  <a:schemeClr val="dk1"/>
                </a:solidFill>
                <a:latin typeface="Raleway"/>
                <a:ea typeface="Raleway"/>
                <a:cs typeface="Raleway"/>
                <a:sym typeface="Raleway"/>
              </a:rPr>
              <a:t> ao digitar no espaço contendo um 0.</a:t>
            </a:r>
            <a:endParaRPr>
              <a:solidFill>
                <a:schemeClr val="dk1"/>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400"/>
              <a:buFont typeface="Arial"/>
              <a:buNone/>
            </a:pPr>
            <a:r>
              <a:rPr lang="fr">
                <a:solidFill>
                  <a:schemeClr val="dk1"/>
                </a:solidFill>
                <a:latin typeface="Raleway"/>
                <a:ea typeface="Raleway"/>
                <a:cs typeface="Raleway"/>
                <a:sym typeface="Raleway"/>
              </a:rPr>
              <a:t>Adicionalmente foi </a:t>
            </a:r>
            <a:r>
              <a:rPr lang="fr">
                <a:solidFill>
                  <a:schemeClr val="dk1"/>
                </a:solidFill>
                <a:latin typeface="Raleway"/>
                <a:ea typeface="Raleway"/>
                <a:cs typeface="Raleway"/>
                <a:sym typeface="Raleway"/>
              </a:rPr>
              <a:t>implementado</a:t>
            </a:r>
            <a:r>
              <a:rPr lang="fr">
                <a:solidFill>
                  <a:schemeClr val="dk1"/>
                </a:solidFill>
                <a:latin typeface="Raleway"/>
                <a:ea typeface="Raleway"/>
                <a:cs typeface="Raleway"/>
                <a:sym typeface="Raleway"/>
              </a:rPr>
              <a:t> a possibilidade de marcar treino e mudar o atributo chave usado para cada perícia. </a:t>
            </a:r>
            <a:endParaRPr>
              <a:solidFill>
                <a:schemeClr val="dk1"/>
              </a:solidFill>
              <a:latin typeface="Raleway"/>
              <a:ea typeface="Raleway"/>
              <a:cs typeface="Raleway"/>
              <a:sym typeface="Raleway"/>
            </a:endParaRPr>
          </a:p>
        </p:txBody>
      </p:sp>
      <p:pic>
        <p:nvPicPr>
          <p:cNvPr id="382" name="Google Shape;382;g2dcca8261e4_0_0"/>
          <p:cNvPicPr preferRelativeResize="0"/>
          <p:nvPr/>
        </p:nvPicPr>
        <p:blipFill>
          <a:blip r:embed="rId3">
            <a:alphaModFix/>
          </a:blip>
          <a:stretch>
            <a:fillRect/>
          </a:stretch>
        </p:blipFill>
        <p:spPr>
          <a:xfrm>
            <a:off x="3061450" y="1244250"/>
            <a:ext cx="3215176" cy="3422000"/>
          </a:xfrm>
          <a:prstGeom prst="rect">
            <a:avLst/>
          </a:prstGeom>
          <a:noFill/>
          <a:ln>
            <a:noFill/>
          </a:ln>
        </p:spPr>
      </p:pic>
      <p:pic>
        <p:nvPicPr>
          <p:cNvPr id="383" name="Google Shape;383;g2dcca8261e4_0_0"/>
          <p:cNvPicPr preferRelativeResize="0"/>
          <p:nvPr/>
        </p:nvPicPr>
        <p:blipFill>
          <a:blip r:embed="rId4">
            <a:alphaModFix/>
          </a:blip>
          <a:stretch>
            <a:fillRect/>
          </a:stretch>
        </p:blipFill>
        <p:spPr>
          <a:xfrm>
            <a:off x="6364551" y="1558875"/>
            <a:ext cx="2562574" cy="279274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2dcca8261e4_0_8"/>
          <p:cNvSpPr txBox="1"/>
          <p:nvPr>
            <p:ph type="title"/>
          </p:nvPr>
        </p:nvSpPr>
        <p:spPr>
          <a:xfrm>
            <a:off x="713225" y="234700"/>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CDU007 – DIAGRAMA CLASSE DE PROJETO</a:t>
            </a:r>
            <a:endParaRPr sz="2400"/>
          </a:p>
        </p:txBody>
      </p:sp>
      <p:pic>
        <p:nvPicPr>
          <p:cNvPr id="389" name="Google Shape;389;g2dcca8261e4_0_8"/>
          <p:cNvPicPr preferRelativeResize="0"/>
          <p:nvPr/>
        </p:nvPicPr>
        <p:blipFill>
          <a:blip r:embed="rId3">
            <a:alphaModFix/>
          </a:blip>
          <a:stretch>
            <a:fillRect/>
          </a:stretch>
        </p:blipFill>
        <p:spPr>
          <a:xfrm>
            <a:off x="4124299" y="830975"/>
            <a:ext cx="1608761" cy="4312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2dcca8261e4_0_13"/>
          <p:cNvSpPr txBox="1"/>
          <p:nvPr>
            <p:ph type="title"/>
          </p:nvPr>
        </p:nvSpPr>
        <p:spPr>
          <a:xfrm>
            <a:off x="713100" y="82009"/>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CDU007 – DIAGRAMA DE SEQUÊNCIA</a:t>
            </a:r>
            <a:endParaRPr sz="2400"/>
          </a:p>
        </p:txBody>
      </p:sp>
      <p:pic>
        <p:nvPicPr>
          <p:cNvPr id="395" name="Google Shape;395;g2dcca8261e4_0_13"/>
          <p:cNvPicPr preferRelativeResize="0"/>
          <p:nvPr/>
        </p:nvPicPr>
        <p:blipFill>
          <a:blip r:embed="rId3">
            <a:alphaModFix/>
          </a:blip>
          <a:stretch>
            <a:fillRect/>
          </a:stretch>
        </p:blipFill>
        <p:spPr>
          <a:xfrm>
            <a:off x="1406588" y="959209"/>
            <a:ext cx="6330834" cy="38794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3a289998fd_0_25"/>
          <p:cNvSpPr txBox="1"/>
          <p:nvPr>
            <p:ph type="title"/>
          </p:nvPr>
        </p:nvSpPr>
        <p:spPr>
          <a:xfrm>
            <a:off x="713225" y="539500"/>
            <a:ext cx="83130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CDU010- SUBIR DE NÍVEL</a:t>
            </a:r>
            <a:endParaRPr sz="2400"/>
          </a:p>
        </p:txBody>
      </p:sp>
      <p:sp>
        <p:nvSpPr>
          <p:cNvPr id="401" name="Google Shape;401;g33a289998fd_0_25"/>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aleway"/>
                <a:ea typeface="Raleway"/>
                <a:cs typeface="Raleway"/>
                <a:sym typeface="Raleway"/>
              </a:rPr>
              <a:t>O usuário </a:t>
            </a:r>
            <a:r>
              <a:rPr lang="fr">
                <a:solidFill>
                  <a:schemeClr val="dk1"/>
                </a:solidFill>
                <a:latin typeface="Raleway"/>
                <a:ea typeface="Raleway"/>
                <a:cs typeface="Raleway"/>
                <a:sym typeface="Raleway"/>
              </a:rPr>
              <a:t>pode escolher subir de nível, optando por subir o </a:t>
            </a:r>
            <a:r>
              <a:rPr lang="fr">
                <a:solidFill>
                  <a:schemeClr val="dk1"/>
                </a:solidFill>
                <a:latin typeface="Raleway"/>
                <a:ea typeface="Raleway"/>
                <a:cs typeface="Raleway"/>
                <a:sym typeface="Raleway"/>
              </a:rPr>
              <a:t>nível</a:t>
            </a:r>
            <a:r>
              <a:rPr lang="fr">
                <a:solidFill>
                  <a:schemeClr val="dk1"/>
                </a:solidFill>
                <a:latin typeface="Raleway"/>
                <a:ea typeface="Raleway"/>
                <a:cs typeface="Raleway"/>
                <a:sym typeface="Raleway"/>
              </a:rPr>
              <a:t> da sua classe atual ou adicionar uma outra classe!</a:t>
            </a:r>
            <a:endParaRPr b="0" i="0" sz="1400" u="none" cap="none" strike="noStrike">
              <a:solidFill>
                <a:schemeClr val="dk1"/>
              </a:solidFill>
              <a:latin typeface="Raleway"/>
              <a:ea typeface="Raleway"/>
              <a:cs typeface="Raleway"/>
              <a:sym typeface="Raleway"/>
            </a:endParaRPr>
          </a:p>
        </p:txBody>
      </p:sp>
      <p:pic>
        <p:nvPicPr>
          <p:cNvPr id="402" name="Google Shape;402;g33a289998fd_0_25"/>
          <p:cNvPicPr preferRelativeResize="0"/>
          <p:nvPr/>
        </p:nvPicPr>
        <p:blipFill>
          <a:blip r:embed="rId3">
            <a:alphaModFix/>
          </a:blip>
          <a:stretch>
            <a:fillRect/>
          </a:stretch>
        </p:blipFill>
        <p:spPr>
          <a:xfrm>
            <a:off x="5038575" y="237150"/>
            <a:ext cx="3729725" cy="2103725"/>
          </a:xfrm>
          <a:prstGeom prst="rect">
            <a:avLst/>
          </a:prstGeom>
          <a:noFill/>
          <a:ln>
            <a:noFill/>
          </a:ln>
        </p:spPr>
      </p:pic>
      <p:pic>
        <p:nvPicPr>
          <p:cNvPr id="403" name="Google Shape;403;g33a289998fd_0_25"/>
          <p:cNvPicPr preferRelativeResize="0"/>
          <p:nvPr/>
        </p:nvPicPr>
        <p:blipFill>
          <a:blip r:embed="rId4">
            <a:alphaModFix/>
          </a:blip>
          <a:stretch>
            <a:fillRect/>
          </a:stretch>
        </p:blipFill>
        <p:spPr>
          <a:xfrm>
            <a:off x="3297825" y="1819875"/>
            <a:ext cx="4141950" cy="2055650"/>
          </a:xfrm>
          <a:prstGeom prst="rect">
            <a:avLst/>
          </a:prstGeom>
          <a:noFill/>
          <a:ln>
            <a:noFill/>
          </a:ln>
        </p:spPr>
      </p:pic>
      <p:pic>
        <p:nvPicPr>
          <p:cNvPr id="404" name="Google Shape;404;g33a289998fd_0_25"/>
          <p:cNvPicPr preferRelativeResize="0"/>
          <p:nvPr/>
        </p:nvPicPr>
        <p:blipFill>
          <a:blip r:embed="rId5">
            <a:alphaModFix/>
          </a:blip>
          <a:stretch>
            <a:fillRect/>
          </a:stretch>
        </p:blipFill>
        <p:spPr>
          <a:xfrm>
            <a:off x="4244825" y="3382725"/>
            <a:ext cx="4630927" cy="13178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3a289998fd_0_33"/>
          <p:cNvSpPr txBox="1"/>
          <p:nvPr>
            <p:ph type="title"/>
          </p:nvPr>
        </p:nvSpPr>
        <p:spPr>
          <a:xfrm>
            <a:off x="741875" y="238625"/>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CDU010 – DIAGRAMA CLASSE DE PROJETO</a:t>
            </a:r>
            <a:endParaRPr sz="2400"/>
          </a:p>
        </p:txBody>
      </p:sp>
      <p:pic>
        <p:nvPicPr>
          <p:cNvPr id="410" name="Google Shape;410;g33a289998fd_0_33"/>
          <p:cNvPicPr preferRelativeResize="0"/>
          <p:nvPr/>
        </p:nvPicPr>
        <p:blipFill>
          <a:blip r:embed="rId3">
            <a:alphaModFix/>
          </a:blip>
          <a:stretch>
            <a:fillRect/>
          </a:stretch>
        </p:blipFill>
        <p:spPr>
          <a:xfrm>
            <a:off x="4174312" y="945600"/>
            <a:ext cx="1566024" cy="419789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3a289998fd_0_38"/>
          <p:cNvSpPr txBox="1"/>
          <p:nvPr>
            <p:ph type="title"/>
          </p:nvPr>
        </p:nvSpPr>
        <p:spPr>
          <a:xfrm>
            <a:off x="713100" y="82009"/>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CDU010 – DIAGRAMA DE SEQUÊNCIA</a:t>
            </a:r>
            <a:endParaRPr sz="2400"/>
          </a:p>
        </p:txBody>
      </p:sp>
      <p:pic>
        <p:nvPicPr>
          <p:cNvPr id="416" name="Google Shape;416;g33a289998fd_0_38"/>
          <p:cNvPicPr preferRelativeResize="0"/>
          <p:nvPr/>
        </p:nvPicPr>
        <p:blipFill>
          <a:blip r:embed="rId3">
            <a:alphaModFix/>
          </a:blip>
          <a:stretch>
            <a:fillRect/>
          </a:stretch>
        </p:blipFill>
        <p:spPr>
          <a:xfrm>
            <a:off x="1406588" y="959209"/>
            <a:ext cx="6330834" cy="387949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2dcca8261e4_1_0"/>
          <p:cNvSpPr txBox="1"/>
          <p:nvPr>
            <p:ph type="title"/>
          </p:nvPr>
        </p:nvSpPr>
        <p:spPr>
          <a:xfrm>
            <a:off x="713225" y="539500"/>
            <a:ext cx="83130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CDU012- EDITAR CONTA</a:t>
            </a:r>
            <a:endParaRPr sz="2400"/>
          </a:p>
        </p:txBody>
      </p:sp>
      <p:sp>
        <p:nvSpPr>
          <p:cNvPr id="422" name="Google Shape;422;g2dcca8261e4_1_0"/>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fr">
                <a:solidFill>
                  <a:schemeClr val="dk1"/>
                </a:solidFill>
                <a:latin typeface="Raleway"/>
                <a:ea typeface="Raleway"/>
                <a:cs typeface="Raleway"/>
                <a:sym typeface="Raleway"/>
              </a:rPr>
              <a:t>O usuário edita as informações da sua conta, como nome de usuário, email e senha.</a:t>
            </a:r>
            <a:endParaRPr>
              <a:solidFill>
                <a:schemeClr val="dk1"/>
              </a:solidFill>
              <a:latin typeface="Raleway"/>
              <a:ea typeface="Raleway"/>
              <a:cs typeface="Raleway"/>
              <a:sym typeface="Raleway"/>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latin typeface="Raleway"/>
              <a:ea typeface="Raleway"/>
              <a:cs typeface="Raleway"/>
              <a:sym typeface="Raleway"/>
            </a:endParaRPr>
          </a:p>
        </p:txBody>
      </p:sp>
      <p:pic>
        <p:nvPicPr>
          <p:cNvPr id="423" name="Google Shape;423;g2dcca8261e4_1_0"/>
          <p:cNvPicPr preferRelativeResize="0"/>
          <p:nvPr/>
        </p:nvPicPr>
        <p:blipFill>
          <a:blip r:embed="rId3">
            <a:alphaModFix/>
          </a:blip>
          <a:stretch>
            <a:fillRect/>
          </a:stretch>
        </p:blipFill>
        <p:spPr>
          <a:xfrm>
            <a:off x="4400274" y="1272776"/>
            <a:ext cx="4591327" cy="2312700"/>
          </a:xfrm>
          <a:prstGeom prst="rect">
            <a:avLst/>
          </a:prstGeom>
          <a:noFill/>
          <a:ln>
            <a:noFill/>
          </a:ln>
        </p:spPr>
      </p:pic>
      <p:pic>
        <p:nvPicPr>
          <p:cNvPr id="424" name="Google Shape;424;g2dcca8261e4_1_0"/>
          <p:cNvPicPr preferRelativeResize="0"/>
          <p:nvPr/>
        </p:nvPicPr>
        <p:blipFill>
          <a:blip r:embed="rId4">
            <a:alphaModFix/>
          </a:blip>
          <a:stretch>
            <a:fillRect/>
          </a:stretch>
        </p:blipFill>
        <p:spPr>
          <a:xfrm>
            <a:off x="2946700" y="1835450"/>
            <a:ext cx="3846049" cy="2114975"/>
          </a:xfrm>
          <a:prstGeom prst="rect">
            <a:avLst/>
          </a:prstGeom>
          <a:noFill/>
          <a:ln>
            <a:noFill/>
          </a:ln>
        </p:spPr>
      </p:pic>
      <p:pic>
        <p:nvPicPr>
          <p:cNvPr id="425" name="Google Shape;425;g2dcca8261e4_1_0"/>
          <p:cNvPicPr preferRelativeResize="0"/>
          <p:nvPr/>
        </p:nvPicPr>
        <p:blipFill>
          <a:blip r:embed="rId5">
            <a:alphaModFix/>
          </a:blip>
          <a:stretch>
            <a:fillRect/>
          </a:stretch>
        </p:blipFill>
        <p:spPr>
          <a:xfrm>
            <a:off x="5289350" y="3585475"/>
            <a:ext cx="3374649" cy="1500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2dcca8261e4_1_10"/>
          <p:cNvSpPr txBox="1"/>
          <p:nvPr>
            <p:ph type="title"/>
          </p:nvPr>
        </p:nvSpPr>
        <p:spPr>
          <a:xfrm>
            <a:off x="741875" y="238625"/>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CDU012 – DIAGRAMA CLASSE DE PROJETO</a:t>
            </a:r>
            <a:endParaRPr sz="2400"/>
          </a:p>
        </p:txBody>
      </p:sp>
      <p:pic>
        <p:nvPicPr>
          <p:cNvPr id="431" name="Google Shape;431;g2dcca8261e4_1_10"/>
          <p:cNvPicPr preferRelativeResize="0"/>
          <p:nvPr/>
        </p:nvPicPr>
        <p:blipFill>
          <a:blip r:embed="rId3">
            <a:alphaModFix/>
          </a:blip>
          <a:stretch>
            <a:fillRect/>
          </a:stretch>
        </p:blipFill>
        <p:spPr>
          <a:xfrm>
            <a:off x="2414725" y="906175"/>
            <a:ext cx="4314552" cy="4084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2dcca8261e4_1_15"/>
          <p:cNvSpPr txBox="1"/>
          <p:nvPr>
            <p:ph type="title"/>
          </p:nvPr>
        </p:nvSpPr>
        <p:spPr>
          <a:xfrm>
            <a:off x="713100" y="82009"/>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CDU012 – DIAGRAMA DE SEQUÊNCIA</a:t>
            </a:r>
            <a:endParaRPr sz="2400"/>
          </a:p>
        </p:txBody>
      </p:sp>
      <p:pic>
        <p:nvPicPr>
          <p:cNvPr id="437" name="Google Shape;437;g2dcca8261e4_1_15"/>
          <p:cNvPicPr preferRelativeResize="0"/>
          <p:nvPr/>
        </p:nvPicPr>
        <p:blipFill>
          <a:blip r:embed="rId3">
            <a:alphaModFix/>
          </a:blip>
          <a:stretch>
            <a:fillRect/>
          </a:stretch>
        </p:blipFill>
        <p:spPr>
          <a:xfrm>
            <a:off x="852637" y="959200"/>
            <a:ext cx="7438730" cy="4184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3"/>
          <p:cNvSpPr txBox="1"/>
          <p:nvPr>
            <p:ph type="title"/>
          </p:nvPr>
        </p:nvSpPr>
        <p:spPr>
          <a:xfrm>
            <a:off x="713225" y="539500"/>
            <a:ext cx="83130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CDU0014 - </a:t>
            </a:r>
            <a:r>
              <a:rPr lang="fr" sz="2400"/>
              <a:t>VISUALIZAR</a:t>
            </a:r>
            <a:r>
              <a:rPr lang="fr" sz="2400"/>
              <a:t> FICHA DE PERSONAGEM</a:t>
            </a:r>
            <a:endParaRPr sz="2400"/>
          </a:p>
        </p:txBody>
      </p:sp>
      <p:sp>
        <p:nvSpPr>
          <p:cNvPr id="443" name="Google Shape;443;p13"/>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aleway"/>
                <a:ea typeface="Raleway"/>
                <a:cs typeface="Raleway"/>
                <a:sym typeface="Raleway"/>
              </a:rPr>
              <a:t>Após entrar na ficha, escolhe qual campo deseja editar</a:t>
            </a:r>
            <a:r>
              <a:rPr lang="fr">
                <a:solidFill>
                  <a:schemeClr val="dk1"/>
                </a:solidFill>
                <a:latin typeface="Raleway"/>
                <a:ea typeface="Raleway"/>
                <a:cs typeface="Raleway"/>
                <a:sym typeface="Raleway"/>
              </a:rPr>
              <a:t>: informações</a:t>
            </a:r>
            <a:r>
              <a:rPr b="0" i="0" lang="fr" sz="1400" u="none" cap="none" strike="noStrike">
                <a:solidFill>
                  <a:schemeClr val="dk1"/>
                </a:solidFill>
                <a:latin typeface="Raleway"/>
                <a:ea typeface="Raleway"/>
                <a:cs typeface="Raleway"/>
                <a:sym typeface="Raleway"/>
              </a:rPr>
              <a:t> básicas, ataques, habilidades, magias(se houver), equipamentos ou descrição, depois adiciona as informações editadas.</a:t>
            </a:r>
            <a:endParaRPr b="0" i="0" sz="1400" u="none" cap="none" strike="noStrike">
              <a:solidFill>
                <a:schemeClr val="dk1"/>
              </a:solidFill>
              <a:latin typeface="Raleway"/>
              <a:ea typeface="Raleway"/>
              <a:cs typeface="Raleway"/>
              <a:sym typeface="Raleway"/>
            </a:endParaRPr>
          </a:p>
        </p:txBody>
      </p:sp>
      <p:pic>
        <p:nvPicPr>
          <p:cNvPr id="444" name="Google Shape;444;p13"/>
          <p:cNvPicPr preferRelativeResize="0"/>
          <p:nvPr/>
        </p:nvPicPr>
        <p:blipFill rotWithShape="1">
          <a:blip r:embed="rId3">
            <a:alphaModFix/>
          </a:blip>
          <a:srcRect b="7256" l="0" r="0" t="10369"/>
          <a:stretch/>
        </p:blipFill>
        <p:spPr>
          <a:xfrm>
            <a:off x="2648600" y="1416700"/>
            <a:ext cx="6355699" cy="2753049"/>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4"/>
          <p:cNvSpPr txBox="1"/>
          <p:nvPr>
            <p:ph type="title"/>
          </p:nvPr>
        </p:nvSpPr>
        <p:spPr>
          <a:xfrm>
            <a:off x="713225" y="539500"/>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CDU014 – DIAGRAMA CLASSE DE PROJETO</a:t>
            </a:r>
            <a:endParaRPr sz="2400"/>
          </a:p>
        </p:txBody>
      </p:sp>
      <p:pic>
        <p:nvPicPr>
          <p:cNvPr id="450" name="Google Shape;450;p14"/>
          <p:cNvPicPr preferRelativeResize="0"/>
          <p:nvPr/>
        </p:nvPicPr>
        <p:blipFill rotWithShape="1">
          <a:blip r:embed="rId3">
            <a:alphaModFix/>
          </a:blip>
          <a:srcRect b="0" l="0" r="0" t="0"/>
          <a:stretch/>
        </p:blipFill>
        <p:spPr>
          <a:xfrm>
            <a:off x="2498117" y="1285180"/>
            <a:ext cx="4147766" cy="380752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5"/>
          <p:cNvSpPr txBox="1"/>
          <p:nvPr>
            <p:ph type="title"/>
          </p:nvPr>
        </p:nvSpPr>
        <p:spPr>
          <a:xfrm>
            <a:off x="713100" y="82009"/>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CDU014– DIAGRAMA DE SEQUÊNCIA</a:t>
            </a:r>
            <a:endParaRPr sz="2400"/>
          </a:p>
        </p:txBody>
      </p:sp>
      <p:pic>
        <p:nvPicPr>
          <p:cNvPr id="456" name="Google Shape;456;p15"/>
          <p:cNvPicPr preferRelativeResize="0"/>
          <p:nvPr/>
        </p:nvPicPr>
        <p:blipFill rotWithShape="1">
          <a:blip r:embed="rId3">
            <a:alphaModFix/>
          </a:blip>
          <a:srcRect b="0" l="0" r="0" t="0"/>
          <a:stretch/>
        </p:blipFill>
        <p:spPr>
          <a:xfrm>
            <a:off x="1364974" y="912401"/>
            <a:ext cx="6414052" cy="414909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2dcca8261e4_1_49"/>
          <p:cNvSpPr txBox="1"/>
          <p:nvPr>
            <p:ph type="title"/>
          </p:nvPr>
        </p:nvSpPr>
        <p:spPr>
          <a:xfrm>
            <a:off x="713225" y="539500"/>
            <a:ext cx="83130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CDU0015 - GERENCIAR HABILIDADES</a:t>
            </a:r>
            <a:endParaRPr sz="2400"/>
          </a:p>
        </p:txBody>
      </p:sp>
      <p:sp>
        <p:nvSpPr>
          <p:cNvPr id="462" name="Google Shape;462;g2dcca8261e4_1_49"/>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fr">
                <a:solidFill>
                  <a:schemeClr val="dk1"/>
                </a:solidFill>
                <a:latin typeface="Raleway"/>
                <a:ea typeface="Raleway"/>
                <a:cs typeface="Raleway"/>
                <a:sym typeface="Raleway"/>
              </a:rPr>
              <a:t>O usuário gerencia suas habilidades de personagem, adicionando ou removendo habilidades de sua ficha.</a:t>
            </a:r>
            <a:endParaRPr b="0" i="0" sz="1400" u="none" cap="none" strike="noStrike">
              <a:solidFill>
                <a:schemeClr val="dk1"/>
              </a:solidFill>
              <a:latin typeface="Raleway"/>
              <a:ea typeface="Raleway"/>
              <a:cs typeface="Raleway"/>
              <a:sym typeface="Raleway"/>
            </a:endParaRPr>
          </a:p>
        </p:txBody>
      </p:sp>
      <p:pic>
        <p:nvPicPr>
          <p:cNvPr id="463" name="Google Shape;463;g2dcca8261e4_1_49"/>
          <p:cNvPicPr preferRelativeResize="0"/>
          <p:nvPr/>
        </p:nvPicPr>
        <p:blipFill>
          <a:blip r:embed="rId3">
            <a:alphaModFix/>
          </a:blip>
          <a:stretch>
            <a:fillRect/>
          </a:stretch>
        </p:blipFill>
        <p:spPr>
          <a:xfrm>
            <a:off x="2922400" y="1416694"/>
            <a:ext cx="5706501" cy="303788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2dcca8261e4_1_55"/>
          <p:cNvSpPr txBox="1"/>
          <p:nvPr>
            <p:ph type="title"/>
          </p:nvPr>
        </p:nvSpPr>
        <p:spPr>
          <a:xfrm>
            <a:off x="713225" y="101150"/>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CDU015 – DIAGRAMA CLASSE DE PROJETO</a:t>
            </a:r>
            <a:endParaRPr sz="2400"/>
          </a:p>
        </p:txBody>
      </p:sp>
      <p:pic>
        <p:nvPicPr>
          <p:cNvPr id="469" name="Google Shape;469;g2dcca8261e4_1_55"/>
          <p:cNvPicPr preferRelativeResize="0"/>
          <p:nvPr/>
        </p:nvPicPr>
        <p:blipFill>
          <a:blip r:embed="rId3">
            <a:alphaModFix/>
          </a:blip>
          <a:stretch>
            <a:fillRect/>
          </a:stretch>
        </p:blipFill>
        <p:spPr>
          <a:xfrm>
            <a:off x="3169725" y="706950"/>
            <a:ext cx="2642859" cy="443655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2dcca8261e4_1_60"/>
          <p:cNvSpPr txBox="1"/>
          <p:nvPr>
            <p:ph type="title"/>
          </p:nvPr>
        </p:nvSpPr>
        <p:spPr>
          <a:xfrm>
            <a:off x="713100" y="-133666"/>
            <a:ext cx="8430900" cy="87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CDU015 – DIAGRAMA DE SEQUÊNCIA</a:t>
            </a:r>
            <a:endParaRPr sz="2400"/>
          </a:p>
        </p:txBody>
      </p:sp>
      <p:pic>
        <p:nvPicPr>
          <p:cNvPr id="475" name="Google Shape;475;g2dcca8261e4_1_60"/>
          <p:cNvPicPr preferRelativeResize="0"/>
          <p:nvPr/>
        </p:nvPicPr>
        <p:blipFill>
          <a:blip r:embed="rId3">
            <a:alphaModFix/>
          </a:blip>
          <a:stretch>
            <a:fillRect/>
          </a:stretch>
        </p:blipFill>
        <p:spPr>
          <a:xfrm>
            <a:off x="2526425" y="539750"/>
            <a:ext cx="3749522" cy="4603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79" name="Shape 479"/>
        <p:cNvGrpSpPr/>
        <p:nvPr/>
      </p:nvGrpSpPr>
      <p:grpSpPr>
        <a:xfrm>
          <a:off x="0" y="0"/>
          <a:ext cx="0" cy="0"/>
          <a:chOff x="0" y="0"/>
          <a:chExt cx="0" cy="0"/>
        </a:xfrm>
      </p:grpSpPr>
      <p:pic>
        <p:nvPicPr>
          <p:cNvPr id="480" name="Google Shape;480;p22"/>
          <p:cNvPicPr preferRelativeResize="0"/>
          <p:nvPr/>
        </p:nvPicPr>
        <p:blipFill rotWithShape="1">
          <a:blip r:embed="rId3">
            <a:alphaModFix/>
          </a:blip>
          <a:srcRect b="44339" l="0" r="0" t="44338"/>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49803"/>
              </a:srgbClr>
            </a:outerShdw>
          </a:effectLst>
        </p:spPr>
      </p:pic>
      <p:sp>
        <p:nvSpPr>
          <p:cNvPr id="481" name="Google Shape;481;p22"/>
          <p:cNvSpPr txBox="1"/>
          <p:nvPr>
            <p:ph type="title"/>
          </p:nvPr>
        </p:nvSpPr>
        <p:spPr>
          <a:xfrm>
            <a:off x="1526625" y="1641650"/>
            <a:ext cx="6904200" cy="8418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3600"/>
              <a:buNone/>
            </a:pPr>
            <a:r>
              <a:rPr lang="fr">
                <a:solidFill>
                  <a:schemeClr val="lt1"/>
                </a:solidFill>
              </a:rPr>
              <a:t>DEMAIS DIAGRAMAS</a:t>
            </a:r>
            <a:endParaRPr>
              <a:solidFill>
                <a:schemeClr val="accent3"/>
              </a:solidFill>
            </a:endParaRPr>
          </a:p>
        </p:txBody>
      </p:sp>
      <p:sp>
        <p:nvSpPr>
          <p:cNvPr id="482" name="Google Shape;482;p22"/>
          <p:cNvSpPr txBox="1"/>
          <p:nvPr>
            <p:ph idx="1" type="subTitle"/>
          </p:nvPr>
        </p:nvSpPr>
        <p:spPr>
          <a:xfrm>
            <a:off x="4227450" y="2538500"/>
            <a:ext cx="4203300" cy="3843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1600"/>
              </a:spcAft>
              <a:buSzPts val="2100"/>
              <a:buNone/>
            </a:pPr>
            <a:r>
              <a:t/>
            </a:r>
            <a:endParaRPr/>
          </a:p>
        </p:txBody>
      </p:sp>
      <p:sp>
        <p:nvSpPr>
          <p:cNvPr id="483" name="Google Shape;483;p22"/>
          <p:cNvSpPr txBox="1"/>
          <p:nvPr>
            <p:ph idx="2" type="title"/>
          </p:nvPr>
        </p:nvSpPr>
        <p:spPr>
          <a:xfrm>
            <a:off x="6671250" y="598475"/>
            <a:ext cx="1759500" cy="11082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0"/>
              <a:buNone/>
            </a:pPr>
            <a:r>
              <a:rPr lang="fr"/>
              <a:t>03</a:t>
            </a:r>
            <a:endParaRPr/>
          </a:p>
        </p:txBody>
      </p:sp>
      <p:grpSp>
        <p:nvGrpSpPr>
          <p:cNvPr id="484" name="Google Shape;484;p22"/>
          <p:cNvGrpSpPr/>
          <p:nvPr/>
        </p:nvGrpSpPr>
        <p:grpSpPr>
          <a:xfrm>
            <a:off x="4571075" y="-1282025"/>
            <a:ext cx="0" cy="9142200"/>
            <a:chOff x="397450" y="-362150"/>
            <a:chExt cx="0" cy="9142200"/>
          </a:xfrm>
        </p:grpSpPr>
        <p:cxnSp>
          <p:nvCxnSpPr>
            <p:cNvPr id="485" name="Google Shape;485;p22"/>
            <p:cNvCxnSpPr/>
            <p:nvPr/>
          </p:nvCxnSpPr>
          <p:spPr>
            <a:xfrm rot="-5400000">
              <a:off x="-3470450" y="4912150"/>
              <a:ext cx="7735800" cy="0"/>
            </a:xfrm>
            <a:prstGeom prst="straightConnector1">
              <a:avLst/>
            </a:prstGeom>
            <a:noFill/>
            <a:ln cap="flat" cmpd="sng" w="19050">
              <a:solidFill>
                <a:schemeClr val="lt1"/>
              </a:solidFill>
              <a:prstDash val="solid"/>
              <a:round/>
              <a:headEnd len="sm" w="sm" type="none"/>
              <a:tailEnd len="sm" w="sm" type="none"/>
            </a:ln>
          </p:spPr>
        </p:cxnSp>
        <p:cxnSp>
          <p:nvCxnSpPr>
            <p:cNvPr id="486" name="Google Shape;486;p22"/>
            <p:cNvCxnSpPr/>
            <p:nvPr/>
          </p:nvCxnSpPr>
          <p:spPr>
            <a:xfrm rot="-5400000">
              <a:off x="-268550" y="303850"/>
              <a:ext cx="1332000" cy="0"/>
            </a:xfrm>
            <a:prstGeom prst="straightConnector1">
              <a:avLst/>
            </a:prstGeom>
            <a:noFill/>
            <a:ln cap="flat" cmpd="sng" w="19050">
              <a:solidFill>
                <a:schemeClr val="lt1"/>
              </a:solidFill>
              <a:prstDash val="dot"/>
              <a:round/>
              <a:headEnd len="sm" w="sm" type="none"/>
              <a:tailEnd len="sm" w="sm" type="none"/>
            </a:ln>
          </p:spPr>
        </p:cxn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23"/>
          <p:cNvSpPr txBox="1"/>
          <p:nvPr>
            <p:ph type="title"/>
          </p:nvPr>
        </p:nvSpPr>
        <p:spPr>
          <a:xfrm>
            <a:off x="713225" y="1978800"/>
            <a:ext cx="3561000" cy="118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MODELO RELACIONAL</a:t>
            </a:r>
            <a:endParaRPr sz="2400"/>
          </a:p>
        </p:txBody>
      </p:sp>
      <p:pic>
        <p:nvPicPr>
          <p:cNvPr id="492" name="Google Shape;492;p23"/>
          <p:cNvPicPr preferRelativeResize="0"/>
          <p:nvPr/>
        </p:nvPicPr>
        <p:blipFill rotWithShape="1">
          <a:blip r:embed="rId3">
            <a:alphaModFix/>
          </a:blip>
          <a:srcRect b="0" l="0" r="0" t="0"/>
          <a:stretch/>
        </p:blipFill>
        <p:spPr>
          <a:xfrm>
            <a:off x="3325386" y="0"/>
            <a:ext cx="5592027" cy="5143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4"/>
          <p:cNvSpPr txBox="1"/>
          <p:nvPr>
            <p:ph type="title"/>
          </p:nvPr>
        </p:nvSpPr>
        <p:spPr>
          <a:xfrm>
            <a:off x="713225" y="100900"/>
            <a:ext cx="8741400" cy="573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fr" sz="2400"/>
              <a:t>DIAGRAMA ENTIDADE-RELACIONAMENTO</a:t>
            </a:r>
            <a:endParaRPr sz="2400"/>
          </a:p>
        </p:txBody>
      </p:sp>
      <p:pic>
        <p:nvPicPr>
          <p:cNvPr id="498" name="Google Shape;498;p24"/>
          <p:cNvPicPr preferRelativeResize="0"/>
          <p:nvPr/>
        </p:nvPicPr>
        <p:blipFill rotWithShape="1">
          <a:blip r:embed="rId3">
            <a:alphaModFix/>
          </a:blip>
          <a:srcRect b="0" l="0" r="0" t="0"/>
          <a:stretch/>
        </p:blipFill>
        <p:spPr>
          <a:xfrm>
            <a:off x="1048150" y="674200"/>
            <a:ext cx="7232250" cy="4469424"/>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02" name="Shape 502"/>
        <p:cNvGrpSpPr/>
        <p:nvPr/>
      </p:nvGrpSpPr>
      <p:grpSpPr>
        <a:xfrm>
          <a:off x="0" y="0"/>
          <a:ext cx="0" cy="0"/>
          <a:chOff x="0" y="0"/>
          <a:chExt cx="0" cy="0"/>
        </a:xfrm>
      </p:grpSpPr>
      <p:pic>
        <p:nvPicPr>
          <p:cNvPr id="503" name="Google Shape;503;p25"/>
          <p:cNvPicPr preferRelativeResize="0"/>
          <p:nvPr/>
        </p:nvPicPr>
        <p:blipFill rotWithShape="1">
          <a:blip r:embed="rId3">
            <a:alphaModFix/>
          </a:blip>
          <a:srcRect b="44339" l="0" r="0" t="44338"/>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49803"/>
              </a:srgbClr>
            </a:outerShdw>
          </a:effectLst>
        </p:spPr>
      </p:pic>
      <p:sp>
        <p:nvSpPr>
          <p:cNvPr id="504" name="Google Shape;504;p25"/>
          <p:cNvSpPr txBox="1"/>
          <p:nvPr>
            <p:ph type="title"/>
          </p:nvPr>
        </p:nvSpPr>
        <p:spPr>
          <a:xfrm>
            <a:off x="1526625" y="1641650"/>
            <a:ext cx="6904200" cy="8418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3600"/>
              <a:buNone/>
            </a:pPr>
            <a:r>
              <a:rPr lang="fr">
                <a:solidFill>
                  <a:schemeClr val="lt1"/>
                </a:solidFill>
              </a:rPr>
              <a:t>CONSIDERAÇÕES FINAIS</a:t>
            </a:r>
            <a:endParaRPr>
              <a:solidFill>
                <a:schemeClr val="accent3"/>
              </a:solidFill>
            </a:endParaRPr>
          </a:p>
        </p:txBody>
      </p:sp>
      <p:sp>
        <p:nvSpPr>
          <p:cNvPr id="505" name="Google Shape;505;p25"/>
          <p:cNvSpPr txBox="1"/>
          <p:nvPr>
            <p:ph idx="2" type="title"/>
          </p:nvPr>
        </p:nvSpPr>
        <p:spPr>
          <a:xfrm>
            <a:off x="6671250" y="598475"/>
            <a:ext cx="1759500" cy="11082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0"/>
              <a:buNone/>
            </a:pPr>
            <a:r>
              <a:rPr lang="fr"/>
              <a:t>04</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9" name="Shape 509"/>
        <p:cNvGrpSpPr/>
        <p:nvPr/>
      </p:nvGrpSpPr>
      <p:grpSpPr>
        <a:xfrm>
          <a:off x="0" y="0"/>
          <a:ext cx="0" cy="0"/>
          <a:chOff x="0" y="0"/>
          <a:chExt cx="0" cy="0"/>
        </a:xfrm>
      </p:grpSpPr>
      <p:sp>
        <p:nvSpPr>
          <p:cNvPr id="510" name="Google Shape;510;p26"/>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O que faltou?</a:t>
            </a:r>
            <a:endParaRPr/>
          </a:p>
        </p:txBody>
      </p:sp>
      <p:sp>
        <p:nvSpPr>
          <p:cNvPr id="511" name="Google Shape;511;p26"/>
          <p:cNvSpPr txBox="1"/>
          <p:nvPr>
            <p:ph idx="4294967295" type="body"/>
          </p:nvPr>
        </p:nvSpPr>
        <p:spPr>
          <a:xfrm>
            <a:off x="713225" y="1496700"/>
            <a:ext cx="3858900" cy="298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Apesar do andamento do projeto, precisamos cortar partes importantes para que tudo fosse implementado a tempo, como as magias e itens, além das divindades darem as habilidades automaticamente, portanto a ficha ainda não está completamente funcional para, por exemplo, o uso para personagens como arcanistas, bardos, druidas, qualquer um que use magias. Assim como ataques e afins.</a:t>
            </a:r>
            <a:endParaRPr/>
          </a:p>
        </p:txBody>
      </p:sp>
      <p:pic>
        <p:nvPicPr>
          <p:cNvPr id="512" name="Google Shape;512;p26"/>
          <p:cNvPicPr preferRelativeResize="0"/>
          <p:nvPr/>
        </p:nvPicPr>
        <p:blipFill>
          <a:blip r:embed="rId3">
            <a:alphaModFix/>
          </a:blip>
          <a:stretch>
            <a:fillRect/>
          </a:stretch>
        </p:blipFill>
        <p:spPr>
          <a:xfrm>
            <a:off x="4609900" y="-228600"/>
            <a:ext cx="4534100" cy="604545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16" name="Shape 516"/>
        <p:cNvGrpSpPr/>
        <p:nvPr/>
      </p:nvGrpSpPr>
      <p:grpSpPr>
        <a:xfrm>
          <a:off x="0" y="0"/>
          <a:ext cx="0" cy="0"/>
          <a:chOff x="0" y="0"/>
          <a:chExt cx="0" cy="0"/>
        </a:xfrm>
      </p:grpSpPr>
      <p:pic>
        <p:nvPicPr>
          <p:cNvPr id="517" name="Google Shape;517;g33a289998fd_0_8"/>
          <p:cNvPicPr preferRelativeResize="0"/>
          <p:nvPr/>
        </p:nvPicPr>
        <p:blipFill rotWithShape="1">
          <a:blip r:embed="rId3">
            <a:alphaModFix/>
          </a:blip>
          <a:srcRect b="44339" l="0" r="0" t="44339"/>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49800"/>
              </a:srgbClr>
            </a:outerShdw>
          </a:effectLst>
        </p:spPr>
      </p:pic>
      <p:sp>
        <p:nvSpPr>
          <p:cNvPr id="518" name="Google Shape;518;g33a289998fd_0_8"/>
          <p:cNvSpPr txBox="1"/>
          <p:nvPr>
            <p:ph type="title"/>
          </p:nvPr>
        </p:nvSpPr>
        <p:spPr>
          <a:xfrm>
            <a:off x="1526625" y="1641650"/>
            <a:ext cx="6904200" cy="8418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3600"/>
              <a:buNone/>
            </a:pPr>
            <a:r>
              <a:rPr lang="fr">
                <a:solidFill>
                  <a:schemeClr val="lt1"/>
                </a:solidFill>
              </a:rPr>
              <a:t>TRABALHOS FUTUROS</a:t>
            </a:r>
            <a:endParaRPr>
              <a:solidFill>
                <a:schemeClr val="accent3"/>
              </a:solidFill>
            </a:endParaRPr>
          </a:p>
        </p:txBody>
      </p:sp>
      <p:sp>
        <p:nvSpPr>
          <p:cNvPr id="519" name="Google Shape;519;g33a289998fd_0_8"/>
          <p:cNvSpPr txBox="1"/>
          <p:nvPr>
            <p:ph idx="2" type="title"/>
          </p:nvPr>
        </p:nvSpPr>
        <p:spPr>
          <a:xfrm>
            <a:off x="6671250" y="598475"/>
            <a:ext cx="1759500" cy="11082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2000"/>
              <a:buNone/>
            </a:pPr>
            <a:r>
              <a:rPr lang="fr"/>
              <a:t>05</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3" name="Shape 523"/>
        <p:cNvGrpSpPr/>
        <p:nvPr/>
      </p:nvGrpSpPr>
      <p:grpSpPr>
        <a:xfrm>
          <a:off x="0" y="0"/>
          <a:ext cx="0" cy="0"/>
          <a:chOff x="0" y="0"/>
          <a:chExt cx="0" cy="0"/>
        </a:xfrm>
      </p:grpSpPr>
      <p:sp>
        <p:nvSpPr>
          <p:cNvPr id="524" name="Google Shape;524;g33a289998fd_0_14"/>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O que faltou?</a:t>
            </a:r>
            <a:endParaRPr/>
          </a:p>
        </p:txBody>
      </p:sp>
      <p:sp>
        <p:nvSpPr>
          <p:cNvPr id="525" name="Google Shape;525;g33a289998fd_0_14"/>
          <p:cNvSpPr txBox="1"/>
          <p:nvPr>
            <p:ph idx="4294967295" type="body"/>
          </p:nvPr>
        </p:nvSpPr>
        <p:spPr>
          <a:xfrm>
            <a:off x="713225" y="1496700"/>
            <a:ext cx="3858900" cy="298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Para que seja possível utilizar o Arkheion em um cenário real ainda falta muito. Ataques, itens, magias, além do sistema de rolagem de dados, a implementação de mesas e até futuros homebrews… portanto planejamos implementar o restante dessas features num projeto futuro.</a:t>
            </a:r>
            <a:endParaRPr/>
          </a:p>
        </p:txBody>
      </p:sp>
      <p:pic>
        <p:nvPicPr>
          <p:cNvPr id="526" name="Google Shape;526;g33a289998fd_0_14"/>
          <p:cNvPicPr preferRelativeResize="0"/>
          <p:nvPr/>
        </p:nvPicPr>
        <p:blipFill>
          <a:blip r:embed="rId3">
            <a:alphaModFix/>
          </a:blip>
          <a:stretch>
            <a:fillRect/>
          </a:stretch>
        </p:blipFill>
        <p:spPr>
          <a:xfrm>
            <a:off x="4725750" y="495274"/>
            <a:ext cx="2831876" cy="1769924"/>
          </a:xfrm>
          <a:prstGeom prst="rect">
            <a:avLst/>
          </a:prstGeom>
          <a:noFill/>
          <a:ln>
            <a:noFill/>
          </a:ln>
        </p:spPr>
      </p:pic>
      <p:pic>
        <p:nvPicPr>
          <p:cNvPr id="527" name="Google Shape;527;g33a289998fd_0_14"/>
          <p:cNvPicPr preferRelativeResize="0"/>
          <p:nvPr/>
        </p:nvPicPr>
        <p:blipFill>
          <a:blip r:embed="rId4">
            <a:alphaModFix/>
          </a:blip>
          <a:stretch>
            <a:fillRect/>
          </a:stretch>
        </p:blipFill>
        <p:spPr>
          <a:xfrm>
            <a:off x="4724525" y="2417599"/>
            <a:ext cx="4267075" cy="240023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1" name="Shape 531"/>
        <p:cNvGrpSpPr/>
        <p:nvPr/>
      </p:nvGrpSpPr>
      <p:grpSpPr>
        <a:xfrm>
          <a:off x="0" y="0"/>
          <a:ext cx="0" cy="0"/>
          <a:chOff x="0" y="0"/>
          <a:chExt cx="0" cy="0"/>
        </a:xfrm>
      </p:grpSpPr>
      <p:sp>
        <p:nvSpPr>
          <p:cNvPr id="532" name="Google Shape;532;p27"/>
          <p:cNvSpPr txBox="1"/>
          <p:nvPr>
            <p:ph idx="1" type="subTitle"/>
          </p:nvPr>
        </p:nvSpPr>
        <p:spPr>
          <a:xfrm>
            <a:off x="1458150" y="643225"/>
            <a:ext cx="6227700" cy="1005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fr" sz="6000">
                <a:solidFill>
                  <a:schemeClr val="lt1"/>
                </a:solidFill>
              </a:rPr>
              <a:t>OBRIGADO!</a:t>
            </a:r>
            <a:endParaRPr sz="6000">
              <a:solidFill>
                <a:schemeClr val="lt1"/>
              </a:solidFill>
            </a:endParaRPr>
          </a:p>
        </p:txBody>
      </p:sp>
      <p:pic>
        <p:nvPicPr>
          <p:cNvPr id="533" name="Google Shape;533;p27"/>
          <p:cNvPicPr preferRelativeResize="0"/>
          <p:nvPr/>
        </p:nvPicPr>
        <p:blipFill>
          <a:blip r:embed="rId3">
            <a:alphaModFix/>
          </a:blip>
          <a:stretch>
            <a:fillRect/>
          </a:stretch>
        </p:blipFill>
        <p:spPr>
          <a:xfrm>
            <a:off x="3690000" y="1649125"/>
            <a:ext cx="1763999" cy="1763999"/>
          </a:xfrm>
          <a:prstGeom prst="rect">
            <a:avLst/>
          </a:prstGeom>
          <a:noFill/>
          <a:ln>
            <a:noFill/>
          </a:ln>
        </p:spPr>
      </p:pic>
      <p:sp>
        <p:nvSpPr>
          <p:cNvPr id="534" name="Google Shape;534;p27"/>
          <p:cNvSpPr txBox="1"/>
          <p:nvPr>
            <p:ph idx="1" type="subTitle"/>
          </p:nvPr>
        </p:nvSpPr>
        <p:spPr>
          <a:xfrm>
            <a:off x="2046150" y="3413125"/>
            <a:ext cx="5051700" cy="62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fr">
                <a:solidFill>
                  <a:schemeClr val="lt1"/>
                </a:solidFill>
              </a:rPr>
              <a:t>Você pode testar o Arkheion aqui!!</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Elegant Red Meeting by Slidesgo">
  <a:themeElements>
    <a:clrScheme name="Simple Light">
      <a:dk1>
        <a:srgbClr val="000000"/>
      </a:dk1>
      <a:lt1>
        <a:srgbClr val="FFFFFF"/>
      </a:lt1>
      <a:dk2>
        <a:srgbClr val="FFFFFF"/>
      </a:dk2>
      <a:lt2>
        <a:srgbClr val="FFFFFF"/>
      </a:lt2>
      <a:accent1>
        <a:srgbClr val="990000"/>
      </a:accent1>
      <a:accent2>
        <a:srgbClr val="CC0000"/>
      </a:accent2>
      <a:accent3>
        <a:srgbClr val="FF8686"/>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